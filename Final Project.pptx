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22" r:id="rId1"/>
  </p:sldMasterIdLst>
  <p:notesMasterIdLst>
    <p:notesMasterId r:id="rId24"/>
  </p:notesMasterIdLst>
  <p:sldIdLst>
    <p:sldId id="256" r:id="rId2"/>
    <p:sldId id="259" r:id="rId3"/>
    <p:sldId id="260" r:id="rId4"/>
    <p:sldId id="268" r:id="rId5"/>
    <p:sldId id="261" r:id="rId6"/>
    <p:sldId id="262" r:id="rId7"/>
    <p:sldId id="267" r:id="rId8"/>
    <p:sldId id="263" r:id="rId9"/>
    <p:sldId id="264" r:id="rId10"/>
    <p:sldId id="273" r:id="rId11"/>
    <p:sldId id="274" r:id="rId12"/>
    <p:sldId id="281" r:id="rId13"/>
    <p:sldId id="282" r:id="rId14"/>
    <p:sldId id="275" r:id="rId15"/>
    <p:sldId id="283" r:id="rId16"/>
    <p:sldId id="285" r:id="rId17"/>
    <p:sldId id="276" r:id="rId18"/>
    <p:sldId id="296" r:id="rId19"/>
    <p:sldId id="293" r:id="rId20"/>
    <p:sldId id="297" r:id="rId21"/>
    <p:sldId id="298" r:id="rId22"/>
    <p:sldId id="279" r:id="rId2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2317"/>
    <a:srgbClr val="EBCEC5"/>
    <a:srgbClr val="222222"/>
    <a:srgbClr val="DBD1D1"/>
    <a:srgbClr val="BCA9A9"/>
    <a:srgbClr val="6F585B"/>
    <a:srgbClr val="BFE8F2"/>
    <a:srgbClr val="F5EFE6"/>
    <a:srgbClr val="F2E4DB"/>
    <a:srgbClr val="9785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3484C-5F2F-484C-B38A-60D248880B81}" v="788" dt="2025-11-28T08:35:28.225"/>
  </p1510:revLst>
</p1510:revInfo>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סגנון ביניים 2 - הדגשה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סגנון ביניים 2 - הדגשה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162" autoAdjust="0"/>
    <p:restoredTop sz="95033" autoAdjust="0"/>
  </p:normalViewPr>
  <p:slideViewPr>
    <p:cSldViewPr snapToGrid="0">
      <p:cViewPr varScale="1">
        <p:scale>
          <a:sx n="82" d="100"/>
          <a:sy n="82" d="100"/>
        </p:scale>
        <p:origin x="72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אי רוזן" userId="c675cbbb-4a8b-4514-b283-0e3feaa5fb73" providerId="ADAL" clId="{E3FB8133-1874-4DCF-AB39-D810175AF290}"/>
    <pc:docChg chg="undo redo custSel addSld delSld modSld sldOrd">
      <pc:chgData name="מאי רוזן" userId="c675cbbb-4a8b-4514-b283-0e3feaa5fb73" providerId="ADAL" clId="{E3FB8133-1874-4DCF-AB39-D810175AF290}" dt="2025-11-28T08:35:28.225" v="3021"/>
      <pc:docMkLst>
        <pc:docMk/>
      </pc:docMkLst>
      <pc:sldChg chg="addSp delSp modSp mod modTransition setBg modNotesTx">
        <pc:chgData name="מאי רוזן" userId="c675cbbb-4a8b-4514-b283-0e3feaa5fb73" providerId="ADAL" clId="{E3FB8133-1874-4DCF-AB39-D810175AF290}" dt="2025-11-05T11:58:30.169" v="1921" actId="403"/>
        <pc:sldMkLst>
          <pc:docMk/>
          <pc:sldMk cId="4113486208" sldId="260"/>
        </pc:sldMkLst>
        <pc:spChg chg="mod">
          <ac:chgData name="מאי רוזן" userId="c675cbbb-4a8b-4514-b283-0e3feaa5fb73" providerId="ADAL" clId="{E3FB8133-1874-4DCF-AB39-D810175AF290}" dt="2025-11-05T11:58:30.169" v="1921" actId="403"/>
          <ac:spMkLst>
            <pc:docMk/>
            <pc:sldMk cId="4113486208" sldId="260"/>
            <ac:spMk id="2" creationId="{996407E8-7005-DF5B-D493-13BEB98FC8ED}"/>
          </ac:spMkLst>
        </pc:spChg>
        <pc:spChg chg="mod">
          <ac:chgData name="מאי רוזן" userId="c675cbbb-4a8b-4514-b283-0e3feaa5fb73" providerId="ADAL" clId="{E3FB8133-1874-4DCF-AB39-D810175AF290}" dt="2025-11-05T08:05:27.485" v="1592" actId="20577"/>
          <ac:spMkLst>
            <pc:docMk/>
            <pc:sldMk cId="4113486208" sldId="260"/>
            <ac:spMk id="4" creationId="{329D2A5B-D934-7208-2F35-9C5A873B157E}"/>
          </ac:spMkLst>
        </pc:spChg>
      </pc:sldChg>
      <pc:sldChg chg="addSp delSp modSp mod ord modTransition setBg modNotesTx">
        <pc:chgData name="מאי רוזן" userId="c675cbbb-4a8b-4514-b283-0e3feaa5fb73" providerId="ADAL" clId="{E3FB8133-1874-4DCF-AB39-D810175AF290}" dt="2025-11-24T07:04:34.604" v="2138"/>
        <pc:sldMkLst>
          <pc:docMk/>
          <pc:sldMk cId="766567210" sldId="261"/>
        </pc:sldMkLst>
        <pc:spChg chg="mod">
          <ac:chgData name="מאי רוזן" userId="c675cbbb-4a8b-4514-b283-0e3feaa5fb73" providerId="ADAL" clId="{E3FB8133-1874-4DCF-AB39-D810175AF290}" dt="2025-11-05T11:59:03.117" v="1936" actId="404"/>
          <ac:spMkLst>
            <pc:docMk/>
            <pc:sldMk cId="766567210" sldId="261"/>
            <ac:spMk id="5" creationId="{8B87CC5C-E2B1-0077-5B70-F022B29EFFE7}"/>
          </ac:spMkLst>
        </pc:spChg>
        <pc:spChg chg="mod">
          <ac:chgData name="מאי רוזן" userId="c675cbbb-4a8b-4514-b283-0e3feaa5fb73" providerId="ADAL" clId="{E3FB8133-1874-4DCF-AB39-D810175AF290}" dt="2025-11-05T11:58:37.270" v="1923" actId="14100"/>
          <ac:spMkLst>
            <pc:docMk/>
            <pc:sldMk cId="766567210" sldId="261"/>
            <ac:spMk id="6" creationId="{861D9203-2FD2-77E6-8159-D3C9F6D43149}"/>
          </ac:spMkLst>
        </pc:spChg>
        <pc:spChg chg="add">
          <ac:chgData name="מאי רוזן" userId="c675cbbb-4a8b-4514-b283-0e3feaa5fb73" providerId="ADAL" clId="{E3FB8133-1874-4DCF-AB39-D810175AF290}" dt="2025-11-05T11:57:55.549" v="1915" actId="26606"/>
          <ac:spMkLst>
            <pc:docMk/>
            <pc:sldMk cId="766567210" sldId="261"/>
            <ac:spMk id="49" creationId="{22171661-0838-4942-A149-8C1B789266A2}"/>
          </ac:spMkLst>
        </pc:spChg>
        <pc:spChg chg="add">
          <ac:chgData name="מאי רוזן" userId="c675cbbb-4a8b-4514-b283-0e3feaa5fb73" providerId="ADAL" clId="{E3FB8133-1874-4DCF-AB39-D810175AF290}" dt="2025-11-05T11:57:55.549" v="1915" actId="26606"/>
          <ac:spMkLst>
            <pc:docMk/>
            <pc:sldMk cId="766567210" sldId="261"/>
            <ac:spMk id="51" creationId="{5C569A89-4BBD-4E62-9A37-D553FBF9F7AD}"/>
          </ac:spMkLst>
        </pc:spChg>
        <pc:picChg chg="mod">
          <ac:chgData name="מאי רוזן" userId="c675cbbb-4a8b-4514-b283-0e3feaa5fb73" providerId="ADAL" clId="{E3FB8133-1874-4DCF-AB39-D810175AF290}" dt="2025-11-05T11:57:55.549" v="1915" actId="26606"/>
          <ac:picMkLst>
            <pc:docMk/>
            <pc:sldMk cId="766567210" sldId="261"/>
            <ac:picMk id="7" creationId="{790C12E5-79E9-AC0A-ADD8-29493B01A880}"/>
          </ac:picMkLst>
        </pc:picChg>
        <pc:cxnChg chg="add">
          <ac:chgData name="מאי רוזן" userId="c675cbbb-4a8b-4514-b283-0e3feaa5fb73" providerId="ADAL" clId="{E3FB8133-1874-4DCF-AB39-D810175AF290}" dt="2025-11-05T11:57:55.549" v="1915" actId="26606"/>
          <ac:cxnSpMkLst>
            <pc:docMk/>
            <pc:sldMk cId="766567210" sldId="261"/>
            <ac:cxnSpMk id="47" creationId="{8550A431-0B61-421B-B4B7-24C0CFF0F938}"/>
          </ac:cxnSpMkLst>
        </pc:cxnChg>
      </pc:sldChg>
      <pc:sldChg chg="modSp mod">
        <pc:chgData name="מאי רוזן" userId="c675cbbb-4a8b-4514-b283-0e3feaa5fb73" providerId="ADAL" clId="{E3FB8133-1874-4DCF-AB39-D810175AF290}" dt="2025-11-05T11:59:10.439" v="1937" actId="255"/>
        <pc:sldMkLst>
          <pc:docMk/>
          <pc:sldMk cId="938724826" sldId="262"/>
        </pc:sldMkLst>
        <pc:spChg chg="mod">
          <ac:chgData name="מאי רוזן" userId="c675cbbb-4a8b-4514-b283-0e3feaa5fb73" providerId="ADAL" clId="{E3FB8133-1874-4DCF-AB39-D810175AF290}" dt="2025-11-05T11:59:10.439" v="1937" actId="255"/>
          <ac:spMkLst>
            <pc:docMk/>
            <pc:sldMk cId="938724826" sldId="262"/>
            <ac:spMk id="2" creationId="{5B11AA58-4AC8-AFD4-9874-8219D61775C9}"/>
          </ac:spMkLst>
        </pc:spChg>
      </pc:sldChg>
      <pc:sldChg chg="addSp delSp modSp mod modTransition addAnim delAnim modAnim modNotesTx">
        <pc:chgData name="מאי רוזן" userId="c675cbbb-4a8b-4514-b283-0e3feaa5fb73" providerId="ADAL" clId="{E3FB8133-1874-4DCF-AB39-D810175AF290}" dt="2025-11-05T11:59:16.612" v="1938" actId="255"/>
        <pc:sldMkLst>
          <pc:docMk/>
          <pc:sldMk cId="3645150182" sldId="263"/>
        </pc:sldMkLst>
        <pc:spChg chg="mod">
          <ac:chgData name="מאי רוזן" userId="c675cbbb-4a8b-4514-b283-0e3feaa5fb73" providerId="ADAL" clId="{E3FB8133-1874-4DCF-AB39-D810175AF290}" dt="2025-11-05T11:59:16.612" v="1938" actId="255"/>
          <ac:spMkLst>
            <pc:docMk/>
            <pc:sldMk cId="3645150182" sldId="263"/>
            <ac:spMk id="2" creationId="{1211441F-256A-87D8-842D-B3A4ECB77A38}"/>
          </ac:spMkLst>
        </pc:spChg>
        <pc:spChg chg="mod topLvl">
          <ac:chgData name="מאי רוזן" userId="c675cbbb-4a8b-4514-b283-0e3feaa5fb73" providerId="ADAL" clId="{E3FB8133-1874-4DCF-AB39-D810175AF290}" dt="2025-11-05T11:54:52.811" v="1908" actId="478"/>
          <ac:spMkLst>
            <pc:docMk/>
            <pc:sldMk cId="3645150182" sldId="263"/>
            <ac:spMk id="73" creationId="{E211E962-CAAD-A073-75E4-8132A0C4C149}"/>
          </ac:spMkLst>
        </pc:spChg>
        <pc:spChg chg="mod topLvl">
          <ac:chgData name="מאי רוזן" userId="c675cbbb-4a8b-4514-b283-0e3feaa5fb73" providerId="ADAL" clId="{E3FB8133-1874-4DCF-AB39-D810175AF290}" dt="2025-11-05T11:54:45.835" v="1906" actId="478"/>
          <ac:spMkLst>
            <pc:docMk/>
            <pc:sldMk cId="3645150182" sldId="263"/>
            <ac:spMk id="83" creationId="{A1D6CF61-2360-EBDB-1471-CA486B846076}"/>
          </ac:spMkLst>
        </pc:spChg>
        <pc:spChg chg="mod topLvl">
          <ac:chgData name="מאי רוזן" userId="c675cbbb-4a8b-4514-b283-0e3feaa5fb73" providerId="ADAL" clId="{E3FB8133-1874-4DCF-AB39-D810175AF290}" dt="2025-11-05T11:55:01.782" v="1910" actId="478"/>
          <ac:spMkLst>
            <pc:docMk/>
            <pc:sldMk cId="3645150182" sldId="263"/>
            <ac:spMk id="92" creationId="{8F2B3820-5A50-DED7-EC74-283C72C92F80}"/>
          </ac:spMkLst>
        </pc:spChg>
        <pc:spChg chg="add mod">
          <ac:chgData name="מאי רוזן" userId="c675cbbb-4a8b-4514-b283-0e3feaa5fb73" providerId="ADAL" clId="{E3FB8133-1874-4DCF-AB39-D810175AF290}" dt="2025-11-05T11:47:59.957" v="1822" actId="20577"/>
          <ac:spMkLst>
            <pc:docMk/>
            <pc:sldMk cId="3645150182" sldId="263"/>
            <ac:spMk id="95" creationId="{6ADEFC46-F534-1BAB-29AD-7E0E3C5329A0}"/>
          </ac:spMkLst>
        </pc:spChg>
        <pc:spChg chg="mod topLvl">
          <ac:chgData name="מאי רוזן" userId="c675cbbb-4a8b-4514-b283-0e3feaa5fb73" providerId="ADAL" clId="{E3FB8133-1874-4DCF-AB39-D810175AF290}" dt="2025-11-05T11:55:04.493" v="1912" actId="478"/>
          <ac:spMkLst>
            <pc:docMk/>
            <pc:sldMk cId="3645150182" sldId="263"/>
            <ac:spMk id="101" creationId="{3BAF0F78-7B13-6355-EE8E-09937465F78C}"/>
          </ac:spMkLst>
        </pc:spChg>
        <pc:spChg chg="add mod">
          <ac:chgData name="מאי רוזן" userId="c675cbbb-4a8b-4514-b283-0e3feaa5fb73" providerId="ADAL" clId="{E3FB8133-1874-4DCF-AB39-D810175AF290}" dt="2025-11-05T11:49:08.615" v="1838" actId="20577"/>
          <ac:spMkLst>
            <pc:docMk/>
            <pc:sldMk cId="3645150182" sldId="263"/>
            <ac:spMk id="104" creationId="{50B9D7C0-5B5F-E426-0ECB-21C667C03E79}"/>
          </ac:spMkLst>
        </pc:spChg>
        <pc:spChg chg="mod topLvl">
          <ac:chgData name="מאי רוזן" userId="c675cbbb-4a8b-4514-b283-0e3feaa5fb73" providerId="ADAL" clId="{E3FB8133-1874-4DCF-AB39-D810175AF290}" dt="2025-11-05T11:55:08.235" v="1914" actId="478"/>
          <ac:spMkLst>
            <pc:docMk/>
            <pc:sldMk cId="3645150182" sldId="263"/>
            <ac:spMk id="110" creationId="{441761E1-FF92-8A8B-9C9E-214EA502B774}"/>
          </ac:spMkLst>
        </pc:spChg>
        <pc:spChg chg="add mod">
          <ac:chgData name="מאי רוזן" userId="c675cbbb-4a8b-4514-b283-0e3feaa5fb73" providerId="ADAL" clId="{E3FB8133-1874-4DCF-AB39-D810175AF290}" dt="2025-11-05T07:16:04.908" v="1563" actId="21"/>
          <ac:spMkLst>
            <pc:docMk/>
            <pc:sldMk cId="3645150182" sldId="263"/>
            <ac:spMk id="113" creationId="{BBC1851A-7D46-E4E6-DC20-62B10649879A}"/>
          </ac:spMkLst>
        </pc:spChg>
      </pc:sldChg>
      <pc:sldChg chg="addSp delSp modSp mod modTransition">
        <pc:chgData name="מאי רוזן" userId="c675cbbb-4a8b-4514-b283-0e3feaa5fb73" providerId="ADAL" clId="{E3FB8133-1874-4DCF-AB39-D810175AF290}" dt="2025-11-24T07:15:42.502" v="2162" actId="1076"/>
        <pc:sldMkLst>
          <pc:docMk/>
          <pc:sldMk cId="3998492416" sldId="264"/>
        </pc:sldMkLst>
        <pc:spChg chg="add mod">
          <ac:chgData name="מאי רוזן" userId="c675cbbb-4a8b-4514-b283-0e3feaa5fb73" providerId="ADAL" clId="{E3FB8133-1874-4DCF-AB39-D810175AF290}" dt="2025-11-24T07:15:42.502" v="2162" actId="1076"/>
          <ac:spMkLst>
            <pc:docMk/>
            <pc:sldMk cId="3998492416" sldId="264"/>
            <ac:spMk id="9" creationId="{CA2B0C47-C00E-26C3-3111-041D0DCE71B4}"/>
          </ac:spMkLst>
        </pc:spChg>
      </pc:sldChg>
      <pc:sldChg chg="addSp delSp modSp add mod ord modTransition">
        <pc:chgData name="מאי רוזן" userId="c675cbbb-4a8b-4514-b283-0e3feaa5fb73" providerId="ADAL" clId="{E3FB8133-1874-4DCF-AB39-D810175AF290}" dt="2025-11-06T12:49:58.489" v="2004" actId="255"/>
        <pc:sldMkLst>
          <pc:docMk/>
          <pc:sldMk cId="805076462" sldId="267"/>
        </pc:sldMkLst>
        <pc:spChg chg="mod">
          <ac:chgData name="מאי רוזן" userId="c675cbbb-4a8b-4514-b283-0e3feaa5fb73" providerId="ADAL" clId="{E3FB8133-1874-4DCF-AB39-D810175AF290}" dt="2025-11-06T12:49:58.489" v="2004" actId="255"/>
          <ac:spMkLst>
            <pc:docMk/>
            <pc:sldMk cId="805076462" sldId="267"/>
            <ac:spMk id="6" creationId="{0064051A-BD93-BEE2-80D4-9C824EC1C6F5}"/>
          </ac:spMkLst>
        </pc:spChg>
      </pc:sldChg>
      <pc:sldChg chg="modSp add mod ord modTransition">
        <pc:chgData name="מאי רוזן" userId="c675cbbb-4a8b-4514-b283-0e3feaa5fb73" providerId="ADAL" clId="{E3FB8133-1874-4DCF-AB39-D810175AF290}" dt="2025-11-06T12:49:49.983" v="2003" actId="403"/>
        <pc:sldMkLst>
          <pc:docMk/>
          <pc:sldMk cId="4098445449" sldId="268"/>
        </pc:sldMkLst>
        <pc:spChg chg="mod">
          <ac:chgData name="מאי רוזן" userId="c675cbbb-4a8b-4514-b283-0e3feaa5fb73" providerId="ADAL" clId="{E3FB8133-1874-4DCF-AB39-D810175AF290}" dt="2025-11-06T12:49:49.983" v="2003" actId="403"/>
          <ac:spMkLst>
            <pc:docMk/>
            <pc:sldMk cId="4098445449" sldId="268"/>
            <ac:spMk id="6" creationId="{FBEE6698-38A7-DB6F-AE81-F2808AF5E80C}"/>
          </ac:spMkLst>
        </pc:spChg>
      </pc:sldChg>
      <pc:sldChg chg="addSp delSp modSp add mod modTransition">
        <pc:chgData name="מאי רוזן" userId="c675cbbb-4a8b-4514-b283-0e3feaa5fb73" providerId="ADAL" clId="{E3FB8133-1874-4DCF-AB39-D810175AF290}" dt="2025-11-24T07:24:57.883" v="2165" actId="20577"/>
        <pc:sldMkLst>
          <pc:docMk/>
          <pc:sldMk cId="548067217" sldId="273"/>
        </pc:sldMkLst>
        <pc:spChg chg="mod">
          <ac:chgData name="מאי רוזן" userId="c675cbbb-4a8b-4514-b283-0e3feaa5fb73" providerId="ADAL" clId="{E3FB8133-1874-4DCF-AB39-D810175AF290}" dt="2025-11-24T07:24:57.883" v="2165" actId="20577"/>
          <ac:spMkLst>
            <pc:docMk/>
            <pc:sldMk cId="548067217" sldId="273"/>
            <ac:spMk id="9" creationId="{2B6F88EB-A02E-D5C0-E6C2-33A30B218775}"/>
          </ac:spMkLst>
        </pc:spChg>
      </pc:sldChg>
      <pc:sldChg chg="addSp modSp add mod ord modTransition">
        <pc:chgData name="מאי רוזן" userId="c675cbbb-4a8b-4514-b283-0e3feaa5fb73" providerId="ADAL" clId="{E3FB8133-1874-4DCF-AB39-D810175AF290}" dt="2025-11-05T12:00:47.678" v="1950" actId="20577"/>
        <pc:sldMkLst>
          <pc:docMk/>
          <pc:sldMk cId="136192087" sldId="274"/>
        </pc:sldMkLst>
        <pc:spChg chg="mod">
          <ac:chgData name="מאי רוזן" userId="c675cbbb-4a8b-4514-b283-0e3feaa5fb73" providerId="ADAL" clId="{E3FB8133-1874-4DCF-AB39-D810175AF290}" dt="2025-11-05T11:47:54.308" v="1821" actId="20577"/>
          <ac:spMkLst>
            <pc:docMk/>
            <pc:sldMk cId="136192087" sldId="274"/>
            <ac:spMk id="3" creationId="{EA3D857D-0AF7-B26E-CA07-DDD47AB64E99}"/>
          </ac:spMkLst>
        </pc:spChg>
        <pc:spChg chg="mod">
          <ac:chgData name="מאי רוזן" userId="c675cbbb-4a8b-4514-b283-0e3feaa5fb73" providerId="ADAL" clId="{E3FB8133-1874-4DCF-AB39-D810175AF290}" dt="2025-11-05T10:22:05.808" v="1653" actId="20577"/>
          <ac:spMkLst>
            <pc:docMk/>
            <pc:sldMk cId="136192087" sldId="274"/>
            <ac:spMk id="9" creationId="{B0CA31BC-E4FD-7E07-C073-3C93865D4A59}"/>
          </ac:spMkLst>
        </pc:spChg>
        <pc:spChg chg="add mod">
          <ac:chgData name="מאי רוזן" userId="c675cbbb-4a8b-4514-b283-0e3feaa5fb73" providerId="ADAL" clId="{E3FB8133-1874-4DCF-AB39-D810175AF290}" dt="2025-11-05T10:22:54.537" v="1680" actId="1076"/>
          <ac:spMkLst>
            <pc:docMk/>
            <pc:sldMk cId="136192087" sldId="274"/>
            <ac:spMk id="10" creationId="{F58BD4DB-2BF0-6389-F762-49AC3AD82FE5}"/>
          </ac:spMkLst>
        </pc:spChg>
        <pc:spChg chg="add mod">
          <ac:chgData name="מאי רוזן" userId="c675cbbb-4a8b-4514-b283-0e3feaa5fb73" providerId="ADAL" clId="{E3FB8133-1874-4DCF-AB39-D810175AF290}" dt="2025-11-05T12:00:47.678" v="1950" actId="20577"/>
          <ac:spMkLst>
            <pc:docMk/>
            <pc:sldMk cId="136192087" sldId="274"/>
            <ac:spMk id="12" creationId="{40DBB38F-FBCE-84B7-7F1C-F8165C3B01F0}"/>
          </ac:spMkLst>
        </pc:spChg>
      </pc:sldChg>
      <pc:sldChg chg="addSp delSp modSp add mod ord modTransition">
        <pc:chgData name="מאי רוזן" userId="c675cbbb-4a8b-4514-b283-0e3feaa5fb73" providerId="ADAL" clId="{E3FB8133-1874-4DCF-AB39-D810175AF290}" dt="2025-11-28T08:13:24.012" v="2935" actId="113"/>
        <pc:sldMkLst>
          <pc:docMk/>
          <pc:sldMk cId="515639382" sldId="275"/>
        </pc:sldMkLst>
        <pc:spChg chg="mod">
          <ac:chgData name="מאי רוזן" userId="c675cbbb-4a8b-4514-b283-0e3feaa5fb73" providerId="ADAL" clId="{E3FB8133-1874-4DCF-AB39-D810175AF290}" dt="2025-11-24T12:51:35.111" v="2299" actId="14100"/>
          <ac:spMkLst>
            <pc:docMk/>
            <pc:sldMk cId="515639382" sldId="275"/>
            <ac:spMk id="2" creationId="{6C4F46FD-823D-3EDE-C053-8804F4D9B84C}"/>
          </ac:spMkLst>
        </pc:spChg>
        <pc:spChg chg="mod">
          <ac:chgData name="מאי רוזן" userId="c675cbbb-4a8b-4514-b283-0e3feaa5fb73" providerId="ADAL" clId="{E3FB8133-1874-4DCF-AB39-D810175AF290}" dt="2025-11-24T12:51:37.470" v="2300" actId="1076"/>
          <ac:spMkLst>
            <pc:docMk/>
            <pc:sldMk cId="515639382" sldId="275"/>
            <ac:spMk id="3" creationId="{88D0FC34-BA21-0692-2C1A-32A54C444705}"/>
          </ac:spMkLst>
        </pc:spChg>
        <pc:spChg chg="mod">
          <ac:chgData name="מאי רוזן" userId="c675cbbb-4a8b-4514-b283-0e3feaa5fb73" providerId="ADAL" clId="{E3FB8133-1874-4DCF-AB39-D810175AF290}" dt="2025-11-24T12:51:46.682" v="2303" actId="1076"/>
          <ac:spMkLst>
            <pc:docMk/>
            <pc:sldMk cId="515639382" sldId="275"/>
            <ac:spMk id="11" creationId="{EFDE26E0-CDDB-25A1-64B8-9297EE49716C}"/>
          </ac:spMkLst>
        </pc:spChg>
        <pc:graphicFrameChg chg="add mod modGraphic">
          <ac:chgData name="מאי רוזן" userId="c675cbbb-4a8b-4514-b283-0e3feaa5fb73" providerId="ADAL" clId="{E3FB8133-1874-4DCF-AB39-D810175AF290}" dt="2025-11-28T08:13:24.012" v="2935" actId="113"/>
          <ac:graphicFrameMkLst>
            <pc:docMk/>
            <pc:sldMk cId="515639382" sldId="275"/>
            <ac:graphicFrameMk id="9" creationId="{77611C32-9DDC-8340-17AA-4F0FAAA20135}"/>
          </ac:graphicFrameMkLst>
        </pc:graphicFrameChg>
        <pc:picChg chg="add mod modCrop">
          <ac:chgData name="מאי רוזן" userId="c675cbbb-4a8b-4514-b283-0e3feaa5fb73" providerId="ADAL" clId="{E3FB8133-1874-4DCF-AB39-D810175AF290}" dt="2025-11-24T12:51:52.735" v="2304" actId="732"/>
          <ac:picMkLst>
            <pc:docMk/>
            <pc:sldMk cId="515639382" sldId="275"/>
            <ac:picMk id="5" creationId="{C9DDD2FB-B171-0E5E-59B7-36C910816122}"/>
          </ac:picMkLst>
        </pc:picChg>
      </pc:sldChg>
      <pc:sldChg chg="addSp delSp modSp add mod ord modTransition">
        <pc:chgData name="מאי רוזן" userId="c675cbbb-4a8b-4514-b283-0e3feaa5fb73" providerId="ADAL" clId="{E3FB8133-1874-4DCF-AB39-D810175AF290}" dt="2025-11-28T08:04:49.630" v="2883" actId="1076"/>
        <pc:sldMkLst>
          <pc:docMk/>
          <pc:sldMk cId="3022457292" sldId="276"/>
        </pc:sldMkLst>
        <pc:spChg chg="add mod">
          <ac:chgData name="מאי רוזן" userId="c675cbbb-4a8b-4514-b283-0e3feaa5fb73" providerId="ADAL" clId="{E3FB8133-1874-4DCF-AB39-D810175AF290}" dt="2025-11-28T08:04:49.630" v="2883" actId="1076"/>
          <ac:spMkLst>
            <pc:docMk/>
            <pc:sldMk cId="3022457292" sldId="276"/>
            <ac:spMk id="9" creationId="{2552EEB3-995A-867D-FACD-3859CFB03838}"/>
          </ac:spMkLst>
        </pc:spChg>
        <pc:spChg chg="add del mod">
          <ac:chgData name="מאי רוזן" userId="c675cbbb-4a8b-4514-b283-0e3feaa5fb73" providerId="ADAL" clId="{E3FB8133-1874-4DCF-AB39-D810175AF290}" dt="2025-11-28T07:44:13.957" v="2855" actId="478"/>
          <ac:spMkLst>
            <pc:docMk/>
            <pc:sldMk cId="3022457292" sldId="276"/>
            <ac:spMk id="13" creationId="{E8AA4C82-CC1A-939A-9D7F-DD72A1F4BAC2}"/>
          </ac:spMkLst>
        </pc:spChg>
        <pc:spChg chg="add del mod">
          <ac:chgData name="מאי רוזן" userId="c675cbbb-4a8b-4514-b283-0e3feaa5fb73" providerId="ADAL" clId="{E3FB8133-1874-4DCF-AB39-D810175AF290}" dt="2025-11-28T07:44:13.957" v="2855" actId="478"/>
          <ac:spMkLst>
            <pc:docMk/>
            <pc:sldMk cId="3022457292" sldId="276"/>
            <ac:spMk id="14" creationId="{535D723D-F0B2-B8AB-350F-87B0C282283E}"/>
          </ac:spMkLst>
        </pc:spChg>
        <pc:spChg chg="add del mod">
          <ac:chgData name="מאי רוזן" userId="c675cbbb-4a8b-4514-b283-0e3feaa5fb73" providerId="ADAL" clId="{E3FB8133-1874-4DCF-AB39-D810175AF290}" dt="2025-11-28T07:44:13.957" v="2855" actId="478"/>
          <ac:spMkLst>
            <pc:docMk/>
            <pc:sldMk cId="3022457292" sldId="276"/>
            <ac:spMk id="15" creationId="{3282A305-A648-7FF6-56E8-2FBD79A77F76}"/>
          </ac:spMkLst>
        </pc:spChg>
        <pc:picChg chg="add mod">
          <ac:chgData name="מאי רוזן" userId="c675cbbb-4a8b-4514-b283-0e3feaa5fb73" providerId="ADAL" clId="{E3FB8133-1874-4DCF-AB39-D810175AF290}" dt="2025-11-28T08:04:08.785" v="2875" actId="1076"/>
          <ac:picMkLst>
            <pc:docMk/>
            <pc:sldMk cId="3022457292" sldId="276"/>
            <ac:picMk id="12" creationId="{FFC17503-BB48-C279-4041-394970F0B23E}"/>
          </ac:picMkLst>
        </pc:picChg>
        <pc:picChg chg="add mod">
          <ac:chgData name="מאי רוזן" userId="c675cbbb-4a8b-4514-b283-0e3feaa5fb73" providerId="ADAL" clId="{E3FB8133-1874-4DCF-AB39-D810175AF290}" dt="2025-11-28T08:04:03.013" v="2872" actId="14100"/>
          <ac:picMkLst>
            <pc:docMk/>
            <pc:sldMk cId="3022457292" sldId="276"/>
            <ac:picMk id="17" creationId="{992ACFBE-F59E-938B-9509-111242DBD135}"/>
          </ac:picMkLst>
        </pc:picChg>
        <pc:picChg chg="add mod">
          <ac:chgData name="מאי רוזן" userId="c675cbbb-4a8b-4514-b283-0e3feaa5fb73" providerId="ADAL" clId="{E3FB8133-1874-4DCF-AB39-D810175AF290}" dt="2025-11-28T08:04:44.668" v="2882" actId="207"/>
          <ac:picMkLst>
            <pc:docMk/>
            <pc:sldMk cId="3022457292" sldId="276"/>
            <ac:picMk id="21" creationId="{8AC2D28E-FEB4-5344-19E5-59519B250A0B}"/>
          </ac:picMkLst>
        </pc:picChg>
        <pc:cxnChg chg="add del mod">
          <ac:chgData name="מאי רוזן" userId="c675cbbb-4a8b-4514-b283-0e3feaa5fb73" providerId="ADAL" clId="{E3FB8133-1874-4DCF-AB39-D810175AF290}" dt="2025-11-28T08:04:23.888" v="2878" actId="478"/>
          <ac:cxnSpMkLst>
            <pc:docMk/>
            <pc:sldMk cId="3022457292" sldId="276"/>
            <ac:cxnSpMk id="19" creationId="{CDD98412-1BFE-4030-6FCE-24F33622C179}"/>
          </ac:cxnSpMkLst>
        </pc:cxnChg>
      </pc:sldChg>
      <pc:sldChg chg="modSp add mod">
        <pc:chgData name="מאי רוזן" userId="c675cbbb-4a8b-4514-b283-0e3feaa5fb73" providerId="ADAL" clId="{E3FB8133-1874-4DCF-AB39-D810175AF290}" dt="2025-11-06T12:54:05.816" v="2050" actId="255"/>
        <pc:sldMkLst>
          <pc:docMk/>
          <pc:sldMk cId="4133067233" sldId="279"/>
        </pc:sldMkLst>
        <pc:spChg chg="mod">
          <ac:chgData name="מאי רוזן" userId="c675cbbb-4a8b-4514-b283-0e3feaa5fb73" providerId="ADAL" clId="{E3FB8133-1874-4DCF-AB39-D810175AF290}" dt="2025-11-06T12:54:05.816" v="2050" actId="255"/>
          <ac:spMkLst>
            <pc:docMk/>
            <pc:sldMk cId="4133067233" sldId="279"/>
            <ac:spMk id="6" creationId="{95F87117-883B-C368-D5B3-63A7E7A6A496}"/>
          </ac:spMkLst>
        </pc:spChg>
      </pc:sldChg>
      <pc:sldChg chg="addSp delSp modSp add mod ord modShow">
        <pc:chgData name="מאי רוזן" userId="c675cbbb-4a8b-4514-b283-0e3feaa5fb73" providerId="ADAL" clId="{E3FB8133-1874-4DCF-AB39-D810175AF290}" dt="2025-11-27T13:24:05.117" v="2850" actId="1076"/>
        <pc:sldMkLst>
          <pc:docMk/>
          <pc:sldMk cId="2564882997" sldId="281"/>
        </pc:sldMkLst>
        <pc:spChg chg="mod">
          <ac:chgData name="מאי רוזן" userId="c675cbbb-4a8b-4514-b283-0e3feaa5fb73" providerId="ADAL" clId="{E3FB8133-1874-4DCF-AB39-D810175AF290}" dt="2025-11-05T11:48:30.172" v="1833" actId="1076"/>
          <ac:spMkLst>
            <pc:docMk/>
            <pc:sldMk cId="2564882997" sldId="281"/>
            <ac:spMk id="2" creationId="{B46FC071-0358-416B-BB46-D37CAA8DEC30}"/>
          </ac:spMkLst>
        </pc:spChg>
        <pc:spChg chg="mod">
          <ac:chgData name="מאי רוזן" userId="c675cbbb-4a8b-4514-b283-0e3feaa5fb73" providerId="ADAL" clId="{E3FB8133-1874-4DCF-AB39-D810175AF290}" dt="2025-11-05T11:48:32.476" v="1835"/>
          <ac:spMkLst>
            <pc:docMk/>
            <pc:sldMk cId="2564882997" sldId="281"/>
            <ac:spMk id="3" creationId="{0C2B634F-7F7C-ECD2-0EFF-B134A2687655}"/>
          </ac:spMkLst>
        </pc:spChg>
        <pc:spChg chg="add mod">
          <ac:chgData name="מאי רוזן" userId="c675cbbb-4a8b-4514-b283-0e3feaa5fb73" providerId="ADAL" clId="{E3FB8133-1874-4DCF-AB39-D810175AF290}" dt="2025-11-27T12:58:16.640" v="2783" actId="1076"/>
          <ac:spMkLst>
            <pc:docMk/>
            <pc:sldMk cId="2564882997" sldId="281"/>
            <ac:spMk id="9" creationId="{16516DCD-688F-4738-5C9C-D4877B888601}"/>
          </ac:spMkLst>
        </pc:spChg>
        <pc:spChg chg="mod">
          <ac:chgData name="מאי רוזן" userId="c675cbbb-4a8b-4514-b283-0e3feaa5fb73" providerId="ADAL" clId="{E3FB8133-1874-4DCF-AB39-D810175AF290}" dt="2025-11-27T13:24:05.117" v="2850" actId="1076"/>
          <ac:spMkLst>
            <pc:docMk/>
            <pc:sldMk cId="2564882997" sldId="281"/>
            <ac:spMk id="10" creationId="{299DC7D0-B8A6-7627-8827-D2B4A2981A82}"/>
          </ac:spMkLst>
        </pc:spChg>
      </pc:sldChg>
      <pc:sldChg chg="addSp delSp modSp add mod">
        <pc:chgData name="מאי רוזן" userId="c675cbbb-4a8b-4514-b283-0e3feaa5fb73" providerId="ADAL" clId="{E3FB8133-1874-4DCF-AB39-D810175AF290}" dt="2025-11-25T07:25:11.745" v="2625" actId="1076"/>
        <pc:sldMkLst>
          <pc:docMk/>
          <pc:sldMk cId="4151730059" sldId="282"/>
        </pc:sldMkLst>
        <pc:spChg chg="mod">
          <ac:chgData name="מאי רוזן" userId="c675cbbb-4a8b-4514-b283-0e3feaa5fb73" providerId="ADAL" clId="{E3FB8133-1874-4DCF-AB39-D810175AF290}" dt="2025-11-05T11:48:13.477" v="1825"/>
          <ac:spMkLst>
            <pc:docMk/>
            <pc:sldMk cId="4151730059" sldId="282"/>
            <ac:spMk id="3" creationId="{1D8877BF-261D-5BF7-E5F0-2978F4C7B6F6}"/>
          </ac:spMkLst>
        </pc:spChg>
        <pc:spChg chg="mod">
          <ac:chgData name="מאי רוזן" userId="c675cbbb-4a8b-4514-b283-0e3feaa5fb73" providerId="ADAL" clId="{E3FB8133-1874-4DCF-AB39-D810175AF290}" dt="2025-11-25T07:25:11.745" v="2625" actId="1076"/>
          <ac:spMkLst>
            <pc:docMk/>
            <pc:sldMk cId="4151730059" sldId="282"/>
            <ac:spMk id="9" creationId="{7C3C6A37-11C7-6D9C-FD95-297318E6B2B7}"/>
          </ac:spMkLst>
        </pc:spChg>
        <pc:spChg chg="add mod">
          <ac:chgData name="מאי רוזן" userId="c675cbbb-4a8b-4514-b283-0e3feaa5fb73" providerId="ADAL" clId="{E3FB8133-1874-4DCF-AB39-D810175AF290}" dt="2025-11-05T12:00:57.822" v="1955" actId="20577"/>
          <ac:spMkLst>
            <pc:docMk/>
            <pc:sldMk cId="4151730059" sldId="282"/>
            <ac:spMk id="12" creationId="{238ADE42-5113-4EF3-9017-01AFF37B5CBF}"/>
          </ac:spMkLst>
        </pc:spChg>
      </pc:sldChg>
      <pc:sldChg chg="addSp delSp modSp add mod ord">
        <pc:chgData name="מאי רוזן" userId="c675cbbb-4a8b-4514-b283-0e3feaa5fb73" providerId="ADAL" clId="{E3FB8133-1874-4DCF-AB39-D810175AF290}" dt="2025-11-24T20:37:35.244" v="2342" actId="20577"/>
        <pc:sldMkLst>
          <pc:docMk/>
          <pc:sldMk cId="3100776163" sldId="283"/>
        </pc:sldMkLst>
        <pc:spChg chg="mod">
          <ac:chgData name="מאי רוזן" userId="c675cbbb-4a8b-4514-b283-0e3feaa5fb73" providerId="ADAL" clId="{E3FB8133-1874-4DCF-AB39-D810175AF290}" dt="2025-11-05T11:49:15.591" v="1843" actId="20577"/>
          <ac:spMkLst>
            <pc:docMk/>
            <pc:sldMk cId="3100776163" sldId="283"/>
            <ac:spMk id="3" creationId="{2FBA77BD-5C41-1B0A-AAB4-DF29C3E8C97E}"/>
          </ac:spMkLst>
        </pc:spChg>
        <pc:spChg chg="add mod">
          <ac:chgData name="מאי רוזן" userId="c675cbbb-4a8b-4514-b283-0e3feaa5fb73" providerId="ADAL" clId="{E3FB8133-1874-4DCF-AB39-D810175AF290}" dt="2025-11-24T20:37:35.244" v="2342" actId="20577"/>
          <ac:spMkLst>
            <pc:docMk/>
            <pc:sldMk cId="3100776163" sldId="283"/>
            <ac:spMk id="9" creationId="{AF0C2210-85C8-8622-7462-3A89C3CDE16F}"/>
          </ac:spMkLst>
        </pc:spChg>
      </pc:sldChg>
      <pc:sldChg chg="addSp delSp modSp add mod">
        <pc:chgData name="מאי רוזן" userId="c675cbbb-4a8b-4514-b283-0e3feaa5fb73" providerId="ADAL" clId="{E3FB8133-1874-4DCF-AB39-D810175AF290}" dt="2025-11-28T08:15:44.013" v="2965" actId="1076"/>
        <pc:sldMkLst>
          <pc:docMk/>
          <pc:sldMk cId="1044416208" sldId="285"/>
        </pc:sldMkLst>
        <pc:spChg chg="add mod">
          <ac:chgData name="מאי רוזן" userId="c675cbbb-4a8b-4514-b283-0e3feaa5fb73" providerId="ADAL" clId="{E3FB8133-1874-4DCF-AB39-D810175AF290}" dt="2025-11-24T12:57:09.265" v="2318"/>
          <ac:spMkLst>
            <pc:docMk/>
            <pc:sldMk cId="1044416208" sldId="285"/>
            <ac:spMk id="3" creationId="{9BCEA0C1-E969-76C1-2297-A2EEC3F21DA3}"/>
          </ac:spMkLst>
        </pc:spChg>
        <pc:spChg chg="add mod">
          <ac:chgData name="מאי רוזן" userId="c675cbbb-4a8b-4514-b283-0e3feaa5fb73" providerId="ADAL" clId="{E3FB8133-1874-4DCF-AB39-D810175AF290}" dt="2025-11-24T12:57:09.265" v="2318"/>
          <ac:spMkLst>
            <pc:docMk/>
            <pc:sldMk cId="1044416208" sldId="285"/>
            <ac:spMk id="4" creationId="{29BCBF10-8167-6081-FF70-BE34B407A4C4}"/>
          </ac:spMkLst>
        </pc:spChg>
        <pc:spChg chg="add mod">
          <ac:chgData name="מאי רוזן" userId="c675cbbb-4a8b-4514-b283-0e3feaa5fb73" providerId="ADAL" clId="{E3FB8133-1874-4DCF-AB39-D810175AF290}" dt="2025-11-24T12:57:14.167" v="2319"/>
          <ac:spMkLst>
            <pc:docMk/>
            <pc:sldMk cId="1044416208" sldId="285"/>
            <ac:spMk id="7" creationId="{59AF9D54-5801-46F5-3377-28374E9407AB}"/>
          </ac:spMkLst>
        </pc:spChg>
        <pc:graphicFrameChg chg="add mod modGraphic">
          <ac:chgData name="מאי רוזן" userId="c675cbbb-4a8b-4514-b283-0e3feaa5fb73" providerId="ADAL" clId="{E3FB8133-1874-4DCF-AB39-D810175AF290}" dt="2025-11-28T08:15:44.013" v="2965" actId="1076"/>
          <ac:graphicFrameMkLst>
            <pc:docMk/>
            <pc:sldMk cId="1044416208" sldId="285"/>
            <ac:graphicFrameMk id="2" creationId="{1C82E2B4-C27F-81BD-B440-891F8D334E8E}"/>
          </ac:graphicFrameMkLst>
        </pc:graphicFrameChg>
        <pc:picChg chg="add mod">
          <ac:chgData name="מאי רוזן" userId="c675cbbb-4a8b-4514-b283-0e3feaa5fb73" providerId="ADAL" clId="{E3FB8133-1874-4DCF-AB39-D810175AF290}" dt="2025-11-24T12:57:09.265" v="2318"/>
          <ac:picMkLst>
            <pc:docMk/>
            <pc:sldMk cId="1044416208" sldId="285"/>
            <ac:picMk id="5" creationId="{3608D5D6-30E6-78ED-7FB1-90F0CDAF8F89}"/>
          </ac:picMkLst>
        </pc:picChg>
        <pc:picChg chg="add mod">
          <ac:chgData name="מאי רוזן" userId="c675cbbb-4a8b-4514-b283-0e3feaa5fb73" providerId="ADAL" clId="{E3FB8133-1874-4DCF-AB39-D810175AF290}" dt="2025-11-24T12:57:09.265" v="2318"/>
          <ac:picMkLst>
            <pc:docMk/>
            <pc:sldMk cId="1044416208" sldId="285"/>
            <ac:picMk id="6" creationId="{1FC8F9C5-E6CC-0FA7-A5EE-6025ED28E008}"/>
          </ac:picMkLst>
        </pc:picChg>
      </pc:sldChg>
      <pc:sldChg chg="addSp delSp modSp add del mod">
        <pc:chgData name="מאי רוזן" userId="c675cbbb-4a8b-4514-b283-0e3feaa5fb73" providerId="ADAL" clId="{E3FB8133-1874-4DCF-AB39-D810175AF290}" dt="2025-11-28T08:11:51.312" v="2918" actId="47"/>
        <pc:sldMkLst>
          <pc:docMk/>
          <pc:sldMk cId="2405170571" sldId="286"/>
        </pc:sldMkLst>
        <pc:graphicFrameChg chg="add mod modGraphic">
          <ac:chgData name="מאי רוזן" userId="c675cbbb-4a8b-4514-b283-0e3feaa5fb73" providerId="ADAL" clId="{E3FB8133-1874-4DCF-AB39-D810175AF290}" dt="2025-11-27T13:07:40.933" v="2843" actId="113"/>
          <ac:graphicFrameMkLst>
            <pc:docMk/>
            <pc:sldMk cId="2405170571" sldId="286"/>
            <ac:graphicFrameMk id="12" creationId="{800C92CA-C7FF-9C27-C076-28B4161D3747}"/>
          </ac:graphicFrameMkLst>
        </pc:graphicFrameChg>
      </pc:sldChg>
      <pc:sldChg chg="addSp delSp modSp add del mod">
        <pc:chgData name="מאי רוזן" userId="c675cbbb-4a8b-4514-b283-0e3feaa5fb73" providerId="ADAL" clId="{E3FB8133-1874-4DCF-AB39-D810175AF290}" dt="2025-11-27T20:27:59.069" v="2851" actId="47"/>
        <pc:sldMkLst>
          <pc:docMk/>
          <pc:sldMk cId="368430739" sldId="289"/>
        </pc:sldMkLst>
        <pc:spChg chg="add mod">
          <ac:chgData name="מאי רוזן" userId="c675cbbb-4a8b-4514-b283-0e3feaa5fb73" providerId="ADAL" clId="{E3FB8133-1874-4DCF-AB39-D810175AF290}" dt="2025-11-27T12:34:18.984" v="2751" actId="13926"/>
          <ac:spMkLst>
            <pc:docMk/>
            <pc:sldMk cId="368430739" sldId="289"/>
            <ac:spMk id="12" creationId="{DD4672C0-CD6D-A657-A82A-B089D07E7038}"/>
          </ac:spMkLst>
        </pc:spChg>
      </pc:sldChg>
      <pc:sldChg chg="addSp delSp modSp add del mod">
        <pc:chgData name="מאי רוזן" userId="c675cbbb-4a8b-4514-b283-0e3feaa5fb73" providerId="ADAL" clId="{E3FB8133-1874-4DCF-AB39-D810175AF290}" dt="2025-11-28T08:11:52.282" v="2919" actId="47"/>
        <pc:sldMkLst>
          <pc:docMk/>
          <pc:sldMk cId="2384719229" sldId="292"/>
        </pc:sldMkLst>
        <pc:graphicFrameChg chg="mod modGraphic">
          <ac:chgData name="מאי רוזן" userId="c675cbbb-4a8b-4514-b283-0e3feaa5fb73" providerId="ADAL" clId="{E3FB8133-1874-4DCF-AB39-D810175AF290}" dt="2025-11-27T13:07:44.908" v="2846" actId="113"/>
          <ac:graphicFrameMkLst>
            <pc:docMk/>
            <pc:sldMk cId="2384719229" sldId="292"/>
            <ac:graphicFrameMk id="12" creationId="{25FBDC24-38CD-643E-5669-0BDA474D4792}"/>
          </ac:graphicFrameMkLst>
        </pc:graphicFrameChg>
      </pc:sldChg>
      <pc:sldChg chg="addSp delSp modSp add mod ord">
        <pc:chgData name="מאי רוזן" userId="c675cbbb-4a8b-4514-b283-0e3feaa5fb73" providerId="ADAL" clId="{E3FB8133-1874-4DCF-AB39-D810175AF290}" dt="2025-11-28T08:11:58.329" v="2921"/>
        <pc:sldMkLst>
          <pc:docMk/>
          <pc:sldMk cId="2786887632" sldId="293"/>
        </pc:sldMkLst>
        <pc:spChg chg="add mod ord">
          <ac:chgData name="מאי רוזן" userId="c675cbbb-4a8b-4514-b283-0e3feaa5fb73" providerId="ADAL" clId="{E3FB8133-1874-4DCF-AB39-D810175AF290}" dt="2025-11-25T07:12:53.508" v="2564" actId="1076"/>
          <ac:spMkLst>
            <pc:docMk/>
            <pc:sldMk cId="2786887632" sldId="293"/>
            <ac:spMk id="2" creationId="{B50A7957-294E-D06D-2A1C-22B226A14C6D}"/>
          </ac:spMkLst>
        </pc:spChg>
        <pc:spChg chg="add mod">
          <ac:chgData name="מאי רוזן" userId="c675cbbb-4a8b-4514-b283-0e3feaa5fb73" providerId="ADAL" clId="{E3FB8133-1874-4DCF-AB39-D810175AF290}" dt="2025-11-25T07:12:06.899" v="2546" actId="14100"/>
          <ac:spMkLst>
            <pc:docMk/>
            <pc:sldMk cId="2786887632" sldId="293"/>
            <ac:spMk id="3" creationId="{D0A0D930-D0D4-D8C1-4DB8-EF766C1FECA7}"/>
          </ac:spMkLst>
        </pc:spChg>
        <pc:spChg chg="mod">
          <ac:chgData name="מאי רוזן" userId="c675cbbb-4a8b-4514-b283-0e3feaa5fb73" providerId="ADAL" clId="{E3FB8133-1874-4DCF-AB39-D810175AF290}" dt="2025-11-25T07:10:49.319" v="2530"/>
          <ac:spMkLst>
            <pc:docMk/>
            <pc:sldMk cId="2786887632" sldId="293"/>
            <ac:spMk id="17" creationId="{D5031884-CC88-6B49-C83A-EBE2BEBA19C2}"/>
          </ac:spMkLst>
        </pc:spChg>
        <pc:spChg chg="mod">
          <ac:chgData name="מאי רוזן" userId="c675cbbb-4a8b-4514-b283-0e3feaa5fb73" providerId="ADAL" clId="{E3FB8133-1874-4DCF-AB39-D810175AF290}" dt="2025-11-28T08:10:04.483" v="2916" actId="20577"/>
          <ac:spMkLst>
            <pc:docMk/>
            <pc:sldMk cId="2786887632" sldId="293"/>
            <ac:spMk id="18" creationId="{7A7FBA38-A5A9-A772-C18B-F4E44269A5C6}"/>
          </ac:spMkLst>
        </pc:spChg>
        <pc:graphicFrameChg chg="mod modGraphic">
          <ac:chgData name="מאי רוזן" userId="c675cbbb-4a8b-4514-b283-0e3feaa5fb73" providerId="ADAL" clId="{E3FB8133-1874-4DCF-AB39-D810175AF290}" dt="2025-11-28T08:08:42.508" v="2915" actId="403"/>
          <ac:graphicFrameMkLst>
            <pc:docMk/>
            <pc:sldMk cId="2786887632" sldId="293"/>
            <ac:graphicFrameMk id="12" creationId="{D848EA6C-CCEC-A51E-C9D5-0138C84E9674}"/>
          </ac:graphicFrameMkLst>
        </pc:graphicFrameChg>
        <pc:picChg chg="add mod">
          <ac:chgData name="מאי רוזן" userId="c675cbbb-4a8b-4514-b283-0e3feaa5fb73" providerId="ADAL" clId="{E3FB8133-1874-4DCF-AB39-D810175AF290}" dt="2025-11-25T07:12:21.267" v="2549" actId="1076"/>
          <ac:picMkLst>
            <pc:docMk/>
            <pc:sldMk cId="2786887632" sldId="293"/>
            <ac:picMk id="4" creationId="{D9E8EFD2-3ADB-7DD0-E609-A253604B7CB2}"/>
          </ac:picMkLst>
        </pc:picChg>
        <pc:picChg chg="add mod">
          <ac:chgData name="מאי רוזן" userId="c675cbbb-4a8b-4514-b283-0e3feaa5fb73" providerId="ADAL" clId="{E3FB8133-1874-4DCF-AB39-D810175AF290}" dt="2025-11-25T07:12:21.267" v="2549" actId="1076"/>
          <ac:picMkLst>
            <pc:docMk/>
            <pc:sldMk cId="2786887632" sldId="293"/>
            <ac:picMk id="5" creationId="{AB11E1DA-8150-84EA-3828-4ECBBC65D6C6}"/>
          </ac:picMkLst>
        </pc:picChg>
        <pc:picChg chg="add mod">
          <ac:chgData name="מאי רוזן" userId="c675cbbb-4a8b-4514-b283-0e3feaa5fb73" providerId="ADAL" clId="{E3FB8133-1874-4DCF-AB39-D810175AF290}" dt="2025-11-25T07:12:21.267" v="2549" actId="1076"/>
          <ac:picMkLst>
            <pc:docMk/>
            <pc:sldMk cId="2786887632" sldId="293"/>
            <ac:picMk id="6" creationId="{03C25F3B-9F2E-AA70-742A-D764C772B0C1}"/>
          </ac:picMkLst>
        </pc:picChg>
        <pc:picChg chg="add mod">
          <ac:chgData name="מאי רוזן" userId="c675cbbb-4a8b-4514-b283-0e3feaa5fb73" providerId="ADAL" clId="{E3FB8133-1874-4DCF-AB39-D810175AF290}" dt="2025-11-25T07:12:25.963" v="2551" actId="1076"/>
          <ac:picMkLst>
            <pc:docMk/>
            <pc:sldMk cId="2786887632" sldId="293"/>
            <ac:picMk id="7" creationId="{30FB70AD-C4C2-EBC1-72BD-ADB8725B172C}"/>
          </ac:picMkLst>
        </pc:picChg>
        <pc:picChg chg="add mod">
          <ac:chgData name="מאי רוזן" userId="c675cbbb-4a8b-4514-b283-0e3feaa5fb73" providerId="ADAL" clId="{E3FB8133-1874-4DCF-AB39-D810175AF290}" dt="2025-11-25T07:12:25.963" v="2551" actId="1076"/>
          <ac:picMkLst>
            <pc:docMk/>
            <pc:sldMk cId="2786887632" sldId="293"/>
            <ac:picMk id="9" creationId="{43684B99-FF76-606E-2B2C-4D5BEBB5D199}"/>
          </ac:picMkLst>
        </pc:picChg>
        <pc:picChg chg="add mod">
          <ac:chgData name="מאי רוזן" userId="c675cbbb-4a8b-4514-b283-0e3feaa5fb73" providerId="ADAL" clId="{E3FB8133-1874-4DCF-AB39-D810175AF290}" dt="2025-11-25T07:12:25.963" v="2551" actId="1076"/>
          <ac:picMkLst>
            <pc:docMk/>
            <pc:sldMk cId="2786887632" sldId="293"/>
            <ac:picMk id="10" creationId="{DCE2A16B-17AE-962D-CA27-BADAC7AF2C80}"/>
          </ac:picMkLst>
        </pc:picChg>
        <pc:picChg chg="add mod">
          <ac:chgData name="מאי רוזן" userId="c675cbbb-4a8b-4514-b283-0e3feaa5fb73" providerId="ADAL" clId="{E3FB8133-1874-4DCF-AB39-D810175AF290}" dt="2025-11-25T07:12:29.853" v="2553" actId="1076"/>
          <ac:picMkLst>
            <pc:docMk/>
            <pc:sldMk cId="2786887632" sldId="293"/>
            <ac:picMk id="11" creationId="{D0384BB7-575B-06DF-5CC0-9344BE768BA3}"/>
          </ac:picMkLst>
        </pc:picChg>
        <pc:picChg chg="add mod ord">
          <ac:chgData name="מאי רוזן" userId="c675cbbb-4a8b-4514-b283-0e3feaa5fb73" providerId="ADAL" clId="{E3FB8133-1874-4DCF-AB39-D810175AF290}" dt="2025-11-25T07:12:56.859" v="2566" actId="1076"/>
          <ac:picMkLst>
            <pc:docMk/>
            <pc:sldMk cId="2786887632" sldId="293"/>
            <ac:picMk id="13" creationId="{288582C1-C7E3-C257-0B14-AA0D0148BADB}"/>
          </ac:picMkLst>
        </pc:picChg>
        <pc:picChg chg="add mod">
          <ac:chgData name="מאי רוזן" userId="c675cbbb-4a8b-4514-b283-0e3feaa5fb73" providerId="ADAL" clId="{E3FB8133-1874-4DCF-AB39-D810175AF290}" dt="2025-11-25T07:17:15.082" v="2575"/>
          <ac:picMkLst>
            <pc:docMk/>
            <pc:sldMk cId="2786887632" sldId="293"/>
            <ac:picMk id="15" creationId="{74DC1736-F2F6-83E9-FD71-084B2B79163A}"/>
          </ac:picMkLst>
        </pc:picChg>
      </pc:sldChg>
      <pc:sldChg chg="modSp add del mod">
        <pc:chgData name="מאי רוזן" userId="c675cbbb-4a8b-4514-b283-0e3feaa5fb73" providerId="ADAL" clId="{E3FB8133-1874-4DCF-AB39-D810175AF290}" dt="2025-11-28T08:22:27.797" v="3003" actId="47"/>
        <pc:sldMkLst>
          <pc:docMk/>
          <pc:sldMk cId="2146858521" sldId="294"/>
        </pc:sldMkLst>
      </pc:sldChg>
      <pc:sldChg chg="add del">
        <pc:chgData name="מאי רוזן" userId="c675cbbb-4a8b-4514-b283-0e3feaa5fb73" providerId="ADAL" clId="{E3FB8133-1874-4DCF-AB39-D810175AF290}" dt="2025-11-28T08:11:50.307" v="2917" actId="47"/>
        <pc:sldMkLst>
          <pc:docMk/>
          <pc:sldMk cId="573510394" sldId="295"/>
        </pc:sldMkLst>
      </pc:sldChg>
      <pc:sldChg chg="modSp add del mod">
        <pc:chgData name="מאי רוזן" userId="c675cbbb-4a8b-4514-b283-0e3feaa5fb73" providerId="ADAL" clId="{E3FB8133-1874-4DCF-AB39-D810175AF290}" dt="2025-11-27T20:28:00.022" v="2852" actId="47"/>
        <pc:sldMkLst>
          <pc:docMk/>
          <pc:sldMk cId="955878007" sldId="295"/>
        </pc:sldMkLst>
      </pc:sldChg>
      <pc:sldChg chg="modSp add del mod">
        <pc:chgData name="מאי רוזן" userId="c675cbbb-4a8b-4514-b283-0e3feaa5fb73" providerId="ADAL" clId="{E3FB8133-1874-4DCF-AB39-D810175AF290}" dt="2025-11-27T20:28:00.732" v="2853" actId="47"/>
        <pc:sldMkLst>
          <pc:docMk/>
          <pc:sldMk cId="1788837221" sldId="296"/>
        </pc:sldMkLst>
      </pc:sldChg>
      <pc:sldChg chg="addSp delSp modSp add mod">
        <pc:chgData name="מאי רוזן" userId="c675cbbb-4a8b-4514-b283-0e3feaa5fb73" providerId="ADAL" clId="{E3FB8133-1874-4DCF-AB39-D810175AF290}" dt="2025-11-28T08:21:02.508" v="3002" actId="478"/>
        <pc:sldMkLst>
          <pc:docMk/>
          <pc:sldMk cId="1822613715" sldId="296"/>
        </pc:sldMkLst>
        <pc:spChg chg="mod">
          <ac:chgData name="מאי רוזן" userId="c675cbbb-4a8b-4514-b283-0e3feaa5fb73" providerId="ADAL" clId="{E3FB8133-1874-4DCF-AB39-D810175AF290}" dt="2025-11-28T08:05:33.350" v="2893" actId="20577"/>
          <ac:spMkLst>
            <pc:docMk/>
            <pc:sldMk cId="1822613715" sldId="296"/>
            <ac:spMk id="9" creationId="{EF387A73-B53E-C3A2-B40D-86BA0499F5DD}"/>
          </ac:spMkLst>
        </pc:spChg>
        <pc:spChg chg="add del mod">
          <ac:chgData name="מאי רוזן" userId="c675cbbb-4a8b-4514-b283-0e3feaa5fb73" providerId="ADAL" clId="{E3FB8133-1874-4DCF-AB39-D810175AF290}" dt="2025-11-28T08:21:02.508" v="3002" actId="478"/>
          <ac:spMkLst>
            <pc:docMk/>
            <pc:sldMk cId="1822613715" sldId="296"/>
            <ac:spMk id="13" creationId="{8780E558-A2E5-BB6E-4557-E5437926C05D}"/>
          </ac:spMkLst>
        </pc:spChg>
        <pc:picChg chg="del">
          <ac:chgData name="מאי רוזן" userId="c675cbbb-4a8b-4514-b283-0e3feaa5fb73" providerId="ADAL" clId="{E3FB8133-1874-4DCF-AB39-D810175AF290}" dt="2025-11-28T08:05:00.159" v="2887" actId="478"/>
          <ac:picMkLst>
            <pc:docMk/>
            <pc:sldMk cId="1822613715" sldId="296"/>
            <ac:picMk id="12" creationId="{93A713F1-4BC3-F13E-5416-A3E3989E70F3}"/>
          </ac:picMkLst>
        </pc:picChg>
        <pc:picChg chg="del">
          <ac:chgData name="מאי רוזן" userId="c675cbbb-4a8b-4514-b283-0e3feaa5fb73" providerId="ADAL" clId="{E3FB8133-1874-4DCF-AB39-D810175AF290}" dt="2025-11-28T08:04:59.193" v="2885" actId="478"/>
          <ac:picMkLst>
            <pc:docMk/>
            <pc:sldMk cId="1822613715" sldId="296"/>
            <ac:picMk id="17" creationId="{9C3CB947-0AB5-4AB0-97E9-B4BE9958798F}"/>
          </ac:picMkLst>
        </pc:picChg>
        <pc:picChg chg="del">
          <ac:chgData name="מאי רוזן" userId="c675cbbb-4a8b-4514-b283-0e3feaa5fb73" providerId="ADAL" clId="{E3FB8133-1874-4DCF-AB39-D810175AF290}" dt="2025-11-28T08:04:59.813" v="2886" actId="478"/>
          <ac:picMkLst>
            <pc:docMk/>
            <pc:sldMk cId="1822613715" sldId="296"/>
            <ac:picMk id="21" creationId="{01DB28A1-1BE0-5283-C746-43C396883C6D}"/>
          </ac:picMkLst>
        </pc:picChg>
      </pc:sldChg>
      <pc:sldChg chg="addSp modSp add mod ord">
        <pc:chgData name="מאי רוזן" userId="c675cbbb-4a8b-4514-b283-0e3feaa5fb73" providerId="ADAL" clId="{E3FB8133-1874-4DCF-AB39-D810175AF290}" dt="2025-11-28T08:26:00.937" v="3008" actId="1076"/>
        <pc:sldMkLst>
          <pc:docMk/>
          <pc:sldMk cId="512639606" sldId="297"/>
        </pc:sldMkLst>
        <pc:spChg chg="mod">
          <ac:chgData name="מאי רוזן" userId="c675cbbb-4a8b-4514-b283-0e3feaa5fb73" providerId="ADAL" clId="{E3FB8133-1874-4DCF-AB39-D810175AF290}" dt="2025-11-28T08:26:00.937" v="3008" actId="1076"/>
          <ac:spMkLst>
            <pc:docMk/>
            <pc:sldMk cId="512639606" sldId="297"/>
            <ac:spMk id="9" creationId="{CD4BBC08-53CF-E13B-53CA-1569790718AF}"/>
          </ac:spMkLst>
        </pc:spChg>
        <pc:spChg chg="add mod">
          <ac:chgData name="מאי רוזן" userId="c675cbbb-4a8b-4514-b283-0e3feaa5fb73" providerId="ADAL" clId="{E3FB8133-1874-4DCF-AB39-D810175AF290}" dt="2025-11-28T08:19:52.757" v="2999" actId="13926"/>
          <ac:spMkLst>
            <pc:docMk/>
            <pc:sldMk cId="512639606" sldId="297"/>
            <ac:spMk id="12" creationId="{820DE5F1-DE00-575E-FD73-587E1B3D431B}"/>
          </ac:spMkLst>
        </pc:spChg>
        <pc:spChg chg="add mod">
          <ac:chgData name="מאי רוזן" userId="c675cbbb-4a8b-4514-b283-0e3feaa5fb73" providerId="ADAL" clId="{E3FB8133-1874-4DCF-AB39-D810175AF290}" dt="2025-11-28T08:19:52.757" v="2999" actId="13926"/>
          <ac:spMkLst>
            <pc:docMk/>
            <pc:sldMk cId="512639606" sldId="297"/>
            <ac:spMk id="13" creationId="{2921C7F0-5A5C-4D4B-DE66-A80B18D7E421}"/>
          </ac:spMkLst>
        </pc:spChg>
        <pc:picChg chg="add mod">
          <ac:chgData name="מאי רוזן" userId="c675cbbb-4a8b-4514-b283-0e3feaa5fb73" providerId="ADAL" clId="{E3FB8133-1874-4DCF-AB39-D810175AF290}" dt="2025-11-28T08:19:35.699" v="2996" actId="1076"/>
          <ac:picMkLst>
            <pc:docMk/>
            <pc:sldMk cId="512639606" sldId="297"/>
            <ac:picMk id="14" creationId="{6E52483A-0078-3367-0C66-13E34658E455}"/>
          </ac:picMkLst>
        </pc:picChg>
        <pc:picChg chg="add mod">
          <ac:chgData name="מאי רוזן" userId="c675cbbb-4a8b-4514-b283-0e3feaa5fb73" providerId="ADAL" clId="{E3FB8133-1874-4DCF-AB39-D810175AF290}" dt="2025-11-28T08:20:33.038" v="3001" actId="1076"/>
          <ac:picMkLst>
            <pc:docMk/>
            <pc:sldMk cId="512639606" sldId="297"/>
            <ac:picMk id="16" creationId="{3E704D71-D29C-EFC2-BEF8-B1B6312259D3}"/>
          </ac:picMkLst>
        </pc:picChg>
        <pc:picChg chg="add mod">
          <ac:chgData name="מאי רוזן" userId="c675cbbb-4a8b-4514-b283-0e3feaa5fb73" providerId="ADAL" clId="{E3FB8133-1874-4DCF-AB39-D810175AF290}" dt="2025-11-28T08:19:41.106" v="2997" actId="1076"/>
          <ac:picMkLst>
            <pc:docMk/>
            <pc:sldMk cId="512639606" sldId="297"/>
            <ac:picMk id="18" creationId="{214E8AEA-ADEB-6E23-25A6-55B39BE9B2D3}"/>
          </ac:picMkLst>
        </pc:picChg>
      </pc:sldChg>
      <pc:sldChg chg="addSp delSp modSp new mod modTransition">
        <pc:chgData name="מאי רוזן" userId="c675cbbb-4a8b-4514-b283-0e3feaa5fb73" providerId="ADAL" clId="{E3FB8133-1874-4DCF-AB39-D810175AF290}" dt="2025-11-28T08:35:28.225" v="3021"/>
        <pc:sldMkLst>
          <pc:docMk/>
          <pc:sldMk cId="331420854" sldId="298"/>
        </pc:sldMkLst>
        <pc:spChg chg="del">
          <ac:chgData name="מאי רוזן" userId="c675cbbb-4a8b-4514-b283-0e3feaa5fb73" providerId="ADAL" clId="{E3FB8133-1874-4DCF-AB39-D810175AF290}" dt="2025-11-28T08:31:31.250" v="3010" actId="478"/>
          <ac:spMkLst>
            <pc:docMk/>
            <pc:sldMk cId="331420854" sldId="298"/>
            <ac:spMk id="2" creationId="{3C61CF2A-03E1-2548-8127-F26A70013292}"/>
          </ac:spMkLst>
        </pc:spChg>
        <pc:picChg chg="add del mod">
          <ac:chgData name="מאי רוזן" userId="c675cbbb-4a8b-4514-b283-0e3feaa5fb73" providerId="ADAL" clId="{E3FB8133-1874-4DCF-AB39-D810175AF290}" dt="2025-11-28T08:33:39.996" v="3016" actId="478"/>
          <ac:picMkLst>
            <pc:docMk/>
            <pc:sldMk cId="331420854" sldId="298"/>
            <ac:picMk id="4" creationId="{7E78A2F4-34F7-E7F8-FAE3-8FAFBDF929E4}"/>
          </ac:picMkLst>
        </pc:picChg>
        <pc:picChg chg="add mod">
          <ac:chgData name="מאי רוזן" userId="c675cbbb-4a8b-4514-b283-0e3feaa5fb73" providerId="ADAL" clId="{E3FB8133-1874-4DCF-AB39-D810175AF290}" dt="2025-11-28T08:33:47.446" v="3019" actId="962"/>
          <ac:picMkLst>
            <pc:docMk/>
            <pc:sldMk cId="331420854" sldId="298"/>
            <ac:picMk id="6" creationId="{9320C483-1F62-9FF8-13C1-EEE0578F93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4C570A75-6DF2-41F3-8E4D-7018DA883844}" type="datetimeFigureOut">
              <a:rPr lang="he-IL" smtClean="0"/>
              <a:t>ז'/כסלו/תשפ"ו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F4C4E1D1-4E24-4F27-9A46-7E5AFF505391}" type="slidenum">
              <a:rPr lang="he-IL" smtClean="0"/>
              <a:t>‹#›</a:t>
            </a:fld>
            <a:endParaRPr lang="he-IL"/>
          </a:p>
        </p:txBody>
      </p:sp>
    </p:spTree>
    <p:extLst>
      <p:ext uri="{BB962C8B-B14F-4D97-AF65-F5344CB8AC3E}">
        <p14:creationId xmlns:p14="http://schemas.microsoft.com/office/powerpoint/2010/main" val="192514418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4C4E1D1-4E24-4F27-9A46-7E5AFF505391}" type="slidenum">
              <a:rPr lang="he-IL" smtClean="0"/>
              <a:t>1</a:t>
            </a:fld>
            <a:endParaRPr lang="he-IL"/>
          </a:p>
        </p:txBody>
      </p:sp>
    </p:spTree>
    <p:extLst>
      <p:ext uri="{BB962C8B-B14F-4D97-AF65-F5344CB8AC3E}">
        <p14:creationId xmlns:p14="http://schemas.microsoft.com/office/powerpoint/2010/main" val="3805330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a:r>
              <a:rPr lang="en-US" dirty="0"/>
              <a:t>Audio deepfakes pose serious security and societal risks: </a:t>
            </a:r>
            <a:br>
              <a:rPr lang="en-US" dirty="0"/>
            </a:br>
            <a:r>
              <a:rPr lang="en-US" dirty="0"/>
              <a:t>Advances in speech synthesis enable attackers to generate highly realistic fake voices, which can be used for scams, impersonation, bypassing voice authentication systems, or spreading misinformation — all without raising human suspicion</a:t>
            </a:r>
          </a:p>
          <a:p>
            <a:pPr algn="l"/>
            <a:endParaRPr lang="en-US" dirty="0"/>
          </a:p>
          <a:p>
            <a:pPr algn="l"/>
            <a:r>
              <a:rPr lang="en-US" dirty="0"/>
              <a:t>Current detectors fail under real-world manipulations: Even simple audio edits like changing volume or fading can fool state-of-the-art detection systems. These manipulations are cheap, realistic, and don’t require prior knowledge of the detection model, making them a powerful tool for attackers</a:t>
            </a:r>
          </a:p>
          <a:p>
            <a:pPr algn="l"/>
            <a:endParaRPr lang="he-IL" dirty="0"/>
          </a:p>
        </p:txBody>
      </p:sp>
      <p:sp>
        <p:nvSpPr>
          <p:cNvPr id="4" name="מציין מיקום של מספר שקופית 3"/>
          <p:cNvSpPr>
            <a:spLocks noGrp="1"/>
          </p:cNvSpPr>
          <p:nvPr>
            <p:ph type="sldNum" sz="quarter" idx="5"/>
          </p:nvPr>
        </p:nvSpPr>
        <p:spPr/>
        <p:txBody>
          <a:bodyPr/>
          <a:lstStyle/>
          <a:p>
            <a:fld id="{F4C4E1D1-4E24-4F27-9A46-7E5AFF505391}" type="slidenum">
              <a:rPr lang="he-IL" smtClean="0"/>
              <a:t>3</a:t>
            </a:fld>
            <a:endParaRPr lang="he-IL"/>
          </a:p>
        </p:txBody>
      </p:sp>
    </p:spTree>
    <p:extLst>
      <p:ext uri="{BB962C8B-B14F-4D97-AF65-F5344CB8AC3E}">
        <p14:creationId xmlns:p14="http://schemas.microsoft.com/office/powerpoint/2010/main" val="3643635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0"/>
            <a:r>
              <a:rPr lang="en-US" sz="1600" dirty="0"/>
              <a:t>We used the VCTK dataset, which contains recordings from speakers of different genders, ages, and accents. To generate fake audio samples, we used Coqui TTS, a neural text-to-speech synthesis library capable of producing highly realistic speech. The fake generation process involved: Loading a pretrained TTS model. Feeding it selected text prompts. Synthesizing speech using the target speaker’s voice (via speaker ID). Saving the generated audio files with labels indicating they are fake (e.g., generated_fake_p225.wav). This allowed us to create highly realistic deepfake audio samples, later used to train and evaluate our detection model.</a:t>
            </a:r>
          </a:p>
          <a:p>
            <a:pPr algn="l" rtl="0"/>
            <a:endParaRPr lang="en-US" sz="1600" dirty="0"/>
          </a:p>
        </p:txBody>
      </p:sp>
      <p:sp>
        <p:nvSpPr>
          <p:cNvPr id="4" name="מציין מיקום של מספר שקופית 3"/>
          <p:cNvSpPr>
            <a:spLocks noGrp="1"/>
          </p:cNvSpPr>
          <p:nvPr>
            <p:ph type="sldNum" sz="quarter" idx="5"/>
          </p:nvPr>
        </p:nvSpPr>
        <p:spPr/>
        <p:txBody>
          <a:bodyPr/>
          <a:lstStyle/>
          <a:p>
            <a:fld id="{F4C4E1D1-4E24-4F27-9A46-7E5AFF505391}" type="slidenum">
              <a:rPr lang="he-IL" smtClean="0"/>
              <a:t>5</a:t>
            </a:fld>
            <a:endParaRPr lang="he-IL"/>
          </a:p>
        </p:txBody>
      </p:sp>
    </p:spTree>
    <p:extLst>
      <p:ext uri="{BB962C8B-B14F-4D97-AF65-F5344CB8AC3E}">
        <p14:creationId xmlns:p14="http://schemas.microsoft.com/office/powerpoint/2010/main" val="2580985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buAutoNum type="arabicPeriod"/>
            </a:pPr>
            <a:r>
              <a:rPr lang="he-IL" dirty="0"/>
              <a:t>טוענים את המודל דרך </a:t>
            </a:r>
            <a:r>
              <a:rPr lang="he-IL" dirty="0" err="1"/>
              <a:t>הגיט</a:t>
            </a:r>
            <a:r>
              <a:rPr lang="he-IL" dirty="0"/>
              <a:t> של המודל</a:t>
            </a:r>
          </a:p>
          <a:p>
            <a:pPr marL="228600" indent="-228600">
              <a:buAutoNum type="arabicPeriod"/>
            </a:pPr>
            <a:r>
              <a:rPr lang="he-IL" dirty="0"/>
              <a:t>מבצעים את כל ההתקנות שנדרשות</a:t>
            </a:r>
          </a:p>
          <a:p>
            <a:pPr marL="228600" indent="-228600">
              <a:buAutoNum type="arabicPeriod"/>
            </a:pPr>
            <a:r>
              <a:rPr lang="he-IL" dirty="0"/>
              <a:t>מבצעים </a:t>
            </a:r>
            <a:r>
              <a:rPr lang="he-IL" dirty="0" err="1"/>
              <a:t>וקטוריזציה</a:t>
            </a:r>
            <a:endParaRPr lang="he-IL" dirty="0"/>
          </a:p>
          <a:p>
            <a:pPr marL="228600" indent="-228600">
              <a:buAutoNum type="arabicPeriod"/>
            </a:pPr>
            <a:r>
              <a:rPr lang="he-IL" dirty="0"/>
              <a:t>מנרמלים את קטעי האודיו על ידי </a:t>
            </a:r>
            <a:r>
              <a:rPr lang="en-US" dirty="0"/>
              <a:t>padding</a:t>
            </a:r>
            <a:r>
              <a:rPr lang="he-IL" dirty="0"/>
              <a:t> לכך שכולם יהיו באורך 4 שניות ובעלי </a:t>
            </a:r>
            <a:r>
              <a:rPr lang="en-US" dirty="0"/>
              <a:t>16khz</a:t>
            </a:r>
            <a:endParaRPr lang="he-IL" dirty="0"/>
          </a:p>
          <a:p>
            <a:pPr marL="228600" indent="-228600">
              <a:buAutoNum type="arabicPeriod"/>
            </a:pPr>
            <a:r>
              <a:rPr lang="he-IL" dirty="0"/>
              <a:t>מכניסים את הנתונים למודל</a:t>
            </a:r>
          </a:p>
          <a:p>
            <a:pPr marL="228600" indent="-228600">
              <a:buAutoNum type="arabicPeriod"/>
            </a:pPr>
            <a:r>
              <a:rPr lang="he-IL" dirty="0"/>
              <a:t>מריצים </a:t>
            </a:r>
            <a:r>
              <a:rPr lang="en-US" dirty="0"/>
              <a:t>epochs</a:t>
            </a:r>
            <a:r>
              <a:rPr lang="he-IL" dirty="0"/>
              <a:t> – בכול פעם קובע נתונים אחרים ל</a:t>
            </a:r>
            <a:r>
              <a:rPr lang="en-US" dirty="0"/>
              <a:t> train </a:t>
            </a:r>
            <a:r>
              <a:rPr lang="en-US" dirty="0" err="1"/>
              <a:t>val</a:t>
            </a:r>
            <a:r>
              <a:rPr lang="en-US" dirty="0"/>
              <a:t> and test</a:t>
            </a:r>
            <a:r>
              <a:rPr lang="he-IL" dirty="0"/>
              <a:t> </a:t>
            </a:r>
          </a:p>
        </p:txBody>
      </p:sp>
      <p:sp>
        <p:nvSpPr>
          <p:cNvPr id="4" name="מציין מיקום של מספר שקופית 3"/>
          <p:cNvSpPr>
            <a:spLocks noGrp="1"/>
          </p:cNvSpPr>
          <p:nvPr>
            <p:ph type="sldNum" sz="quarter" idx="5"/>
          </p:nvPr>
        </p:nvSpPr>
        <p:spPr/>
        <p:txBody>
          <a:bodyPr/>
          <a:lstStyle/>
          <a:p>
            <a:fld id="{F4C4E1D1-4E24-4F27-9A46-7E5AFF505391}" type="slidenum">
              <a:rPr lang="he-IL" smtClean="0"/>
              <a:t>8</a:t>
            </a:fld>
            <a:endParaRPr lang="he-IL"/>
          </a:p>
        </p:txBody>
      </p:sp>
    </p:spTree>
    <p:extLst>
      <p:ext uri="{BB962C8B-B14F-4D97-AF65-F5344CB8AC3E}">
        <p14:creationId xmlns:p14="http://schemas.microsoft.com/office/powerpoint/2010/main" val="3469470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a:xfrm>
            <a:off x="154429" y="6398878"/>
            <a:ext cx="4497315" cy="365125"/>
          </a:xfrm>
          <a:prstGeom prst="rect">
            <a:avLst/>
          </a:prstGeom>
        </p:spPr>
        <p:txBody>
          <a:bodyPr/>
          <a:lstStyle>
            <a:lvl1pPr algn="l">
              <a:defRPr sz="1600" b="1"/>
            </a:lvl1pPr>
          </a:lstStyle>
          <a:p>
            <a:r>
              <a:rPr lang="en-US">
                <a:solidFill>
                  <a:srgbClr val="3C2317"/>
                </a:solidFill>
              </a:rPr>
              <a:t>Audio Deepfake Detection</a:t>
            </a:r>
            <a:endParaRPr lang="en-US" dirty="0"/>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dirty="0"/>
          </a:p>
        </p:txBody>
      </p:sp>
    </p:spTree>
    <p:extLst>
      <p:ext uri="{BB962C8B-B14F-4D97-AF65-F5344CB8AC3E}">
        <p14:creationId xmlns:p14="http://schemas.microsoft.com/office/powerpoint/2010/main" val="2633809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פריסה מותאמת אישי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74FAAD-06BD-68EF-C0B1-35CA964D4B8D}"/>
              </a:ext>
            </a:extLst>
          </p:cNvPr>
          <p:cNvSpPr>
            <a:spLocks noGrp="1"/>
          </p:cNvSpPr>
          <p:nvPr>
            <p:ph type="title"/>
          </p:nvPr>
        </p:nvSpPr>
        <p:spPr/>
        <p:txBody>
          <a:bodyPr/>
          <a:lstStyle/>
          <a:p>
            <a:r>
              <a:rPr lang="he-IL"/>
              <a:t>לחץ כדי לערוך סגנון כותרת של תבנית בסיס</a:t>
            </a:r>
          </a:p>
        </p:txBody>
      </p:sp>
      <p:sp>
        <p:nvSpPr>
          <p:cNvPr id="5" name="מציין מיקום של מספר שקופית 4">
            <a:extLst>
              <a:ext uri="{FF2B5EF4-FFF2-40B4-BE49-F238E27FC236}">
                <a16:creationId xmlns:a16="http://schemas.microsoft.com/office/drawing/2014/main" id="{1CBC0BBD-81C0-DFA8-EF35-C021C4E8B340}"/>
              </a:ext>
            </a:extLst>
          </p:cNvPr>
          <p:cNvSpPr>
            <a:spLocks noGrp="1"/>
          </p:cNvSpPr>
          <p:nvPr>
            <p:ph type="sldNum" sz="quarter" idx="12"/>
          </p:nvPr>
        </p:nvSpPr>
        <p:spPr/>
        <p:txBody>
          <a:bodyPr/>
          <a:lstStyle/>
          <a:p>
            <a:fld id="{312CC964-A50B-4C29-B4E4-2C30BB34CCF3}" type="slidenum">
              <a:rPr lang="en-US" smtClean="0"/>
              <a:t>‹#›</a:t>
            </a:fld>
            <a:endParaRPr lang="en-US"/>
          </a:p>
        </p:txBody>
      </p:sp>
      <p:sp>
        <p:nvSpPr>
          <p:cNvPr id="6" name="Footer Placeholder 4">
            <a:extLst>
              <a:ext uri="{FF2B5EF4-FFF2-40B4-BE49-F238E27FC236}">
                <a16:creationId xmlns:a16="http://schemas.microsoft.com/office/drawing/2014/main" id="{EA6D7CE5-B234-7D41-2852-96C267B3C164}"/>
              </a:ext>
            </a:extLst>
          </p:cNvPr>
          <p:cNvSpPr>
            <a:spLocks noGrp="1"/>
          </p:cNvSpPr>
          <p:nvPr>
            <p:ph type="ftr" sz="quarter" idx="11"/>
          </p:nvPr>
        </p:nvSpPr>
        <p:spPr>
          <a:xfrm>
            <a:off x="154429" y="6398878"/>
            <a:ext cx="4497315" cy="365125"/>
          </a:xfrm>
          <a:prstGeom prst="rect">
            <a:avLst/>
          </a:prstGeom>
        </p:spPr>
        <p:txBody>
          <a:bodyPr/>
          <a:lstStyle>
            <a:lvl1pPr algn="l">
              <a:defRPr sz="1600" b="1"/>
            </a:lvl1pPr>
          </a:lstStyle>
          <a:p>
            <a:r>
              <a:rPr lang="en-US" dirty="0">
                <a:solidFill>
                  <a:srgbClr val="3C2317"/>
                </a:solidFill>
              </a:rPr>
              <a:t>Audio Deepfake Detection</a:t>
            </a:r>
            <a:endParaRPr lang="en-US" dirty="0"/>
          </a:p>
        </p:txBody>
      </p:sp>
    </p:spTree>
    <p:extLst>
      <p:ext uri="{BB962C8B-B14F-4D97-AF65-F5344CB8AC3E}">
        <p14:creationId xmlns:p14="http://schemas.microsoft.com/office/powerpoint/2010/main" val="27199360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6"/>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lIns="91440" tIns="45720" rIns="91440" bIns="45720" anchor="ct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lIns="91440" tIns="45720" rIns="91440" bIns="4572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lIns="91440" tIns="45720" rIns="91440" bIns="45720" anchor="ctr"/>
          <a:lstStyle>
            <a:lvl1pPr algn="r">
              <a:defRPr sz="1100">
                <a:solidFill>
                  <a:schemeClr val="tx2"/>
                </a:solidFill>
                <a:latin typeface="+mn-lt"/>
              </a:defRPr>
            </a:lvl1pPr>
          </a:lstStyle>
          <a:p>
            <a:fld id="{312CC964-A50B-4C29-B4E4-2C30BB34CCF3}" type="slidenum">
              <a:rPr lang="en-US" smtClean="0"/>
              <a:t>‹#›</a:t>
            </a:fld>
            <a:endParaRPr lang="en-US"/>
          </a:p>
        </p:txBody>
      </p:sp>
      <p:sp>
        <p:nvSpPr>
          <p:cNvPr id="7" name="Footer Placeholder 4">
            <a:extLst>
              <a:ext uri="{FF2B5EF4-FFF2-40B4-BE49-F238E27FC236}">
                <a16:creationId xmlns:a16="http://schemas.microsoft.com/office/drawing/2014/main" id="{382EC311-BDD1-F79F-F772-0F05C551AA72}"/>
              </a:ext>
            </a:extLst>
          </p:cNvPr>
          <p:cNvSpPr>
            <a:spLocks noGrp="1"/>
          </p:cNvSpPr>
          <p:nvPr>
            <p:ph type="ftr" sz="quarter" idx="3"/>
          </p:nvPr>
        </p:nvSpPr>
        <p:spPr>
          <a:xfrm>
            <a:off x="154429" y="6398878"/>
            <a:ext cx="4497315" cy="365125"/>
          </a:xfrm>
          <a:prstGeom prst="rect">
            <a:avLst/>
          </a:prstGeom>
        </p:spPr>
        <p:txBody>
          <a:bodyPr/>
          <a:lstStyle>
            <a:lvl1pPr algn="l">
              <a:defRPr sz="1600" b="1"/>
            </a:lvl1pPr>
          </a:lstStyle>
          <a:p>
            <a:r>
              <a:rPr lang="en-US">
                <a:solidFill>
                  <a:srgbClr val="3C2317"/>
                </a:solidFill>
              </a:rPr>
              <a:t>Audio Deepfake Detection</a:t>
            </a:r>
            <a:endParaRPr lang="en-US" dirty="0"/>
          </a:p>
        </p:txBody>
      </p:sp>
    </p:spTree>
    <p:extLst>
      <p:ext uri="{BB962C8B-B14F-4D97-AF65-F5344CB8AC3E}">
        <p14:creationId xmlns:p14="http://schemas.microsoft.com/office/powerpoint/2010/main" val="3217592544"/>
      </p:ext>
    </p:extLst>
  </p:cSld>
  <p:clrMap bg1="lt1" tx1="dk1" bg2="lt2" tx2="dk2" accent1="accent1" accent2="accent2" accent3="accent3" accent4="accent4" accent5="accent5" accent6="accent6" hlink="hlink" folHlink="folHlink"/>
  <p:sldLayoutIdLst>
    <p:sldLayoutId id="2147483719" r:id="rId1"/>
    <p:sldLayoutId id="2147483720" r:id="rId2"/>
  </p:sldLayoutIdLst>
  <p:txStyles>
    <p:title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p:titleStyle>
    <p:body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audio" Target="../media/media4.wav"/><Relationship Id="rId13" Type="http://schemas.openxmlformats.org/officeDocument/2006/relationships/slideLayout" Target="../slideLayouts/slideLayout2.xml"/><Relationship Id="rId18" Type="http://schemas.openxmlformats.org/officeDocument/2006/relationships/image" Target="../media/image16.png"/><Relationship Id="rId26" Type="http://schemas.openxmlformats.org/officeDocument/2006/relationships/image" Target="../media/image18.png"/><Relationship Id="rId3" Type="http://schemas.microsoft.com/office/2007/relationships/media" Target="../media/media2.wav"/><Relationship Id="rId21" Type="http://schemas.openxmlformats.org/officeDocument/2006/relationships/audio" Target="../media/audio5.wav"/><Relationship Id="rId7" Type="http://schemas.microsoft.com/office/2007/relationships/media" Target="../media/media4.wav"/><Relationship Id="rId12" Type="http://schemas.openxmlformats.org/officeDocument/2006/relationships/audio" Target="../media/media6.wav"/><Relationship Id="rId17" Type="http://schemas.openxmlformats.org/officeDocument/2006/relationships/audio" Target="../media/audio2.wav"/><Relationship Id="rId25" Type="http://schemas.openxmlformats.org/officeDocument/2006/relationships/image" Target="../media/image17.png"/><Relationship Id="rId2" Type="http://schemas.openxmlformats.org/officeDocument/2006/relationships/audio" Target="../media/media1.wav"/><Relationship Id="rId16" Type="http://schemas.openxmlformats.org/officeDocument/2006/relationships/image" Target="../media/image15.png"/><Relationship Id="rId20" Type="http://schemas.openxmlformats.org/officeDocument/2006/relationships/audio" Target="../media/audio4.wav"/><Relationship Id="rId1" Type="http://schemas.microsoft.com/office/2007/relationships/media" Target="../media/media1.wav"/><Relationship Id="rId6" Type="http://schemas.openxmlformats.org/officeDocument/2006/relationships/audio" Target="../media/media3.wav"/><Relationship Id="rId11" Type="http://schemas.microsoft.com/office/2007/relationships/media" Target="../media/media6.wav"/><Relationship Id="rId24" Type="http://schemas.openxmlformats.org/officeDocument/2006/relationships/audio" Target="../media/audio8.wav"/><Relationship Id="rId5" Type="http://schemas.microsoft.com/office/2007/relationships/media" Target="../media/media3.wav"/><Relationship Id="rId15" Type="http://schemas.openxmlformats.org/officeDocument/2006/relationships/audio" Target="../media/audio1.wav"/><Relationship Id="rId23" Type="http://schemas.openxmlformats.org/officeDocument/2006/relationships/audio" Target="../media/audio7.wav"/><Relationship Id="rId28" Type="http://schemas.openxmlformats.org/officeDocument/2006/relationships/image" Target="../media/image20.png"/><Relationship Id="rId10" Type="http://schemas.openxmlformats.org/officeDocument/2006/relationships/audio" Target="../media/media5.wav"/><Relationship Id="rId19" Type="http://schemas.openxmlformats.org/officeDocument/2006/relationships/audio" Target="../media/audio3.wav"/><Relationship Id="rId4" Type="http://schemas.openxmlformats.org/officeDocument/2006/relationships/audio" Target="../media/media2.wav"/><Relationship Id="rId9" Type="http://schemas.microsoft.com/office/2007/relationships/media" Target="../media/media5.wav"/><Relationship Id="rId14" Type="http://schemas.openxmlformats.org/officeDocument/2006/relationships/image" Target="../media/image14.png"/><Relationship Id="rId22" Type="http://schemas.openxmlformats.org/officeDocument/2006/relationships/audio" Target="../media/audio6.wav"/><Relationship Id="rId27"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9.xml"/><Relationship Id="rId7" Type="http://schemas.openxmlformats.org/officeDocument/2006/relationships/slide" Target="slide1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10.xml"/><Relationship Id="rId11" Type="http://schemas.openxmlformats.org/officeDocument/2006/relationships/image" Target="../media/image23.png"/><Relationship Id="rId5" Type="http://schemas.openxmlformats.org/officeDocument/2006/relationships/image" Target="../media/image22.svg"/><Relationship Id="rId10" Type="http://schemas.openxmlformats.org/officeDocument/2006/relationships/slide" Target="slide15.xml"/><Relationship Id="rId4" Type="http://schemas.openxmlformats.org/officeDocument/2006/relationships/image" Target="../media/image21.png"/><Relationship Id="rId9" Type="http://schemas.openxmlformats.org/officeDocument/2006/relationships/slide" Target="slide1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6.sv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 Target="slide8.xml"/><Relationship Id="rId7"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slide" Target="slide8.xml"/><Relationship Id="rId7" Type="http://schemas.openxmlformats.org/officeDocument/2006/relationships/image" Target="../media/image32.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26.svg"/><Relationship Id="rId10" Type="http://schemas.openxmlformats.org/officeDocument/2006/relationships/image" Target="../media/image35.png"/><Relationship Id="rId4" Type="http://schemas.openxmlformats.org/officeDocument/2006/relationships/image" Target="../media/image25.png"/><Relationship Id="rId9" Type="http://schemas.openxmlformats.org/officeDocument/2006/relationships/image" Target="../media/image34.svg"/></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Rectangle 8">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9AD4979C-514C-3862-F795-A55A3683B424}"/>
              </a:ext>
            </a:extLst>
          </p:cNvPr>
          <p:cNvSpPr>
            <a:spLocks noGrp="1"/>
          </p:cNvSpPr>
          <p:nvPr>
            <p:ph type="ctrTitle"/>
          </p:nvPr>
        </p:nvSpPr>
        <p:spPr>
          <a:xfrm>
            <a:off x="393968" y="418311"/>
            <a:ext cx="8759864" cy="2130967"/>
          </a:xfrm>
        </p:spPr>
        <p:txBody>
          <a:bodyPr>
            <a:normAutofit/>
          </a:bodyPr>
          <a:lstStyle/>
          <a:p>
            <a:pPr algn="l"/>
            <a:r>
              <a:rPr lang="en-US" dirty="0">
                <a:solidFill>
                  <a:srgbClr val="3C2317"/>
                </a:solidFill>
              </a:rPr>
              <a:t>Audio Deepfake Detection</a:t>
            </a:r>
            <a:endParaRPr lang="he-IL" dirty="0">
              <a:solidFill>
                <a:srgbClr val="3C2317"/>
              </a:solidFill>
            </a:endParaRPr>
          </a:p>
        </p:txBody>
      </p:sp>
      <p:cxnSp>
        <p:nvCxnSpPr>
          <p:cNvPr id="11" name="Straight Connector 10">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878186" y="1"/>
            <a:ext cx="345294" cy="688131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Colorful Sound Wave on Transparent Background 48332376 PNG">
            <a:extLst>
              <a:ext uri="{FF2B5EF4-FFF2-40B4-BE49-F238E27FC236}">
                <a16:creationId xmlns:a16="http://schemas.microsoft.com/office/drawing/2014/main" id="{49B22F4F-6961-5D64-72A9-53EC8A0EC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07644"/>
            <a:ext cx="4477783" cy="4477783"/>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EEE10AC2-20ED-4628-9A8E-14F8437B55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794205" y="-4764"/>
            <a:ext cx="5397796" cy="104143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28" name="Picture 4" descr="Colorful Sound Wave on Transparent Background 48332376 PNG">
            <a:extLst>
              <a:ext uri="{FF2B5EF4-FFF2-40B4-BE49-F238E27FC236}">
                <a16:creationId xmlns:a16="http://schemas.microsoft.com/office/drawing/2014/main" id="{47CFE15D-2B46-0A7A-5A3C-0393034098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90"/>
          <a:stretch>
            <a:fillRect/>
          </a:stretch>
        </p:blipFill>
        <p:spPr bwMode="auto">
          <a:xfrm>
            <a:off x="4477783"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Colorful Sound Wave on Transparent Background 48332376 PNG">
            <a:extLst>
              <a:ext uri="{FF2B5EF4-FFF2-40B4-BE49-F238E27FC236}">
                <a16:creationId xmlns:a16="http://schemas.microsoft.com/office/drawing/2014/main" id="{E5150F59-E7AB-6DE3-DF8F-DAA0670CCD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90"/>
          <a:stretch>
            <a:fillRect/>
          </a:stretch>
        </p:blipFill>
        <p:spPr bwMode="auto">
          <a:xfrm>
            <a:off x="8597767"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sp>
        <p:nvSpPr>
          <p:cNvPr id="8" name="כותרת 1">
            <a:extLst>
              <a:ext uri="{FF2B5EF4-FFF2-40B4-BE49-F238E27FC236}">
                <a16:creationId xmlns:a16="http://schemas.microsoft.com/office/drawing/2014/main" id="{D429D0CA-8286-CF06-F72D-59105A7F5636}"/>
              </a:ext>
            </a:extLst>
          </p:cNvPr>
          <p:cNvSpPr txBox="1">
            <a:spLocks/>
          </p:cNvSpPr>
          <p:nvPr/>
        </p:nvSpPr>
        <p:spPr>
          <a:xfrm>
            <a:off x="428792" y="2469470"/>
            <a:ext cx="8759864" cy="717983"/>
          </a:xfrm>
          <a:prstGeom prst="rect">
            <a:avLst/>
          </a:prstGeom>
        </p:spPr>
        <p:txBody>
          <a:bodyPr lIns="91440" tIns="45720" rIns="91440" bIns="45720" anchor="b">
            <a:normAutofit/>
          </a:bodyPr>
          <a:lstStyle>
            <a:lvl1pPr algn="ctr" defTabSz="914400" rtl="0" eaLnBrk="1" latinLnBrk="0" hangingPunct="1">
              <a:lnSpc>
                <a:spcPct val="100000"/>
              </a:lnSpc>
              <a:spcBef>
                <a:spcPct val="0"/>
              </a:spcBef>
              <a:buNone/>
              <a:defRPr sz="6600" i="0" kern="1200" cap="none" baseline="0">
                <a:solidFill>
                  <a:schemeClr val="tx2"/>
                </a:solidFill>
                <a:latin typeface="+mj-lt"/>
                <a:ea typeface="+mj-ea"/>
                <a:cs typeface="+mj-cs"/>
              </a:defRPr>
            </a:lvl1pPr>
          </a:lstStyle>
          <a:p>
            <a:pPr algn="l"/>
            <a:r>
              <a:rPr lang="en-US" sz="1800" dirty="0">
                <a:solidFill>
                  <a:srgbClr val="3C2317"/>
                </a:solidFill>
              </a:rPr>
              <a:t>May Rozen, 212051007</a:t>
            </a:r>
          </a:p>
          <a:p>
            <a:pPr algn="l"/>
            <a:r>
              <a:rPr lang="en-US" sz="1800" dirty="0">
                <a:solidFill>
                  <a:srgbClr val="3C2317"/>
                </a:solidFill>
              </a:rPr>
              <a:t>Rotem Melamed, 209039072</a:t>
            </a:r>
            <a:endParaRPr lang="he-IL" sz="1800" dirty="0">
              <a:solidFill>
                <a:srgbClr val="3C2317"/>
              </a:solidFill>
            </a:endParaRPr>
          </a:p>
        </p:txBody>
      </p:sp>
    </p:spTree>
    <p:extLst>
      <p:ext uri="{BB962C8B-B14F-4D97-AF65-F5344CB8AC3E}">
        <p14:creationId xmlns:p14="http://schemas.microsoft.com/office/powerpoint/2010/main" val="2112517651"/>
      </p:ext>
    </p:extLst>
  </p:cSld>
  <p:clrMapOvr>
    <a:masterClrMapping/>
  </p:clrMapOvr>
  <p:transition spd="slow">
    <p:cover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מלבן: פינות מעוגלות 22">
            <a:extLst>
              <a:ext uri="{FF2B5EF4-FFF2-40B4-BE49-F238E27FC236}">
                <a16:creationId xmlns:a16="http://schemas.microsoft.com/office/drawing/2014/main" id="{4D3DAFB9-19DA-51D4-845F-B45C0D6A1F14}"/>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כותרת 1">
            <a:extLst>
              <a:ext uri="{FF2B5EF4-FFF2-40B4-BE49-F238E27FC236}">
                <a16:creationId xmlns:a16="http://schemas.microsoft.com/office/drawing/2014/main" id="{225966C9-BA78-9459-774A-8BDB7C22B4D3}"/>
              </a:ext>
            </a:extLst>
          </p:cNvPr>
          <p:cNvSpPr>
            <a:spLocks noGrp="1"/>
          </p:cNvSpPr>
          <p:nvPr>
            <p:ph type="title"/>
          </p:nvPr>
        </p:nvSpPr>
        <p:spPr>
          <a:xfrm>
            <a:off x="654802" y="2407250"/>
            <a:ext cx="3979606" cy="1382156"/>
          </a:xfrm>
        </p:spPr>
        <p:txBody>
          <a:bodyPr/>
          <a:lstStyle/>
          <a:p>
            <a:r>
              <a:rPr lang="en-US" dirty="0">
                <a:solidFill>
                  <a:srgbClr val="3C2317"/>
                </a:solidFill>
              </a:rPr>
              <a:t>Roadmap</a:t>
            </a:r>
            <a:endParaRPr lang="he-IL" dirty="0">
              <a:solidFill>
                <a:srgbClr val="3C2317"/>
              </a:solidFill>
            </a:endParaRPr>
          </a:p>
        </p:txBody>
      </p:sp>
      <p:sp>
        <p:nvSpPr>
          <p:cNvPr id="4" name="Text Placeholder 54">
            <a:extLst>
              <a:ext uri="{FF2B5EF4-FFF2-40B4-BE49-F238E27FC236}">
                <a16:creationId xmlns:a16="http://schemas.microsoft.com/office/drawing/2014/main" id="{67ABA893-BD43-C26C-084E-CC8CE191662C}"/>
              </a:ext>
            </a:extLst>
          </p:cNvPr>
          <p:cNvSpPr txBox="1">
            <a:spLocks/>
          </p:cNvSpPr>
          <p:nvPr/>
        </p:nvSpPr>
        <p:spPr>
          <a:xfrm>
            <a:off x="6647558" y="735694"/>
            <a:ext cx="4612844" cy="569690"/>
          </a:xfrm>
          <a:prstGeom prst="rect">
            <a:avLst/>
          </a:prstGeom>
        </p:spPr>
        <p:txBody>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3C2317"/>
                </a:solidFill>
              </a:rPr>
              <a:t>Motivation</a:t>
            </a:r>
          </a:p>
        </p:txBody>
      </p:sp>
      <p:sp>
        <p:nvSpPr>
          <p:cNvPr id="7" name="Text Placeholder 83">
            <a:extLst>
              <a:ext uri="{FF2B5EF4-FFF2-40B4-BE49-F238E27FC236}">
                <a16:creationId xmlns:a16="http://schemas.microsoft.com/office/drawing/2014/main" id="{8A36A568-D67C-8478-2F99-2C515BFD76A7}"/>
              </a:ext>
            </a:extLst>
          </p:cNvPr>
          <p:cNvSpPr txBox="1">
            <a:spLocks/>
          </p:cNvSpPr>
          <p:nvPr/>
        </p:nvSpPr>
        <p:spPr>
          <a:xfrm>
            <a:off x="6647558" y="5143158"/>
            <a:ext cx="4681670" cy="569690"/>
          </a:xfrm>
          <a:prstGeom prst="rect">
            <a:avLst/>
          </a:prstGeom>
        </p:spPr>
        <p:txBody>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3C2317"/>
                </a:solidFill>
              </a:rPr>
              <a:t>Model Improvements</a:t>
            </a:r>
          </a:p>
        </p:txBody>
      </p:sp>
      <p:sp>
        <p:nvSpPr>
          <p:cNvPr id="10" name="Text Placeholder 3">
            <a:extLst>
              <a:ext uri="{FF2B5EF4-FFF2-40B4-BE49-F238E27FC236}">
                <a16:creationId xmlns:a16="http://schemas.microsoft.com/office/drawing/2014/main" id="{181C09FB-035F-F27E-66A0-E431EF97F712}"/>
              </a:ext>
            </a:extLst>
          </p:cNvPr>
          <p:cNvSpPr txBox="1">
            <a:spLocks/>
          </p:cNvSpPr>
          <p:nvPr/>
        </p:nvSpPr>
        <p:spPr>
          <a:xfrm>
            <a:off x="6647558" y="2939425"/>
            <a:ext cx="4681670" cy="569691"/>
          </a:xfrm>
          <a:prstGeom prst="rect">
            <a:avLst/>
          </a:prstGeom>
        </p:spPr>
        <p:txBody>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3C2317"/>
                </a:solidFill>
              </a:rPr>
              <a:t>CLAD Architecture </a:t>
            </a:r>
          </a:p>
        </p:txBody>
      </p:sp>
      <p:sp>
        <p:nvSpPr>
          <p:cNvPr id="14" name="אליפסה 13">
            <a:extLst>
              <a:ext uri="{FF2B5EF4-FFF2-40B4-BE49-F238E27FC236}">
                <a16:creationId xmlns:a16="http://schemas.microsoft.com/office/drawing/2014/main" id="{D6CEBC3C-A855-BA00-0385-662ABDF71B5C}"/>
              </a:ext>
            </a:extLst>
          </p:cNvPr>
          <p:cNvSpPr/>
          <p:nvPr/>
        </p:nvSpPr>
        <p:spPr>
          <a:xfrm>
            <a:off x="5693452" y="540543"/>
            <a:ext cx="954106" cy="959992"/>
          </a:xfrm>
          <a:prstGeom prst="ellipse">
            <a:avLst/>
          </a:prstGeom>
          <a:solidFill>
            <a:srgbClr val="BCA9A9"/>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17" name="אליפסה 16">
            <a:extLst>
              <a:ext uri="{FF2B5EF4-FFF2-40B4-BE49-F238E27FC236}">
                <a16:creationId xmlns:a16="http://schemas.microsoft.com/office/drawing/2014/main" id="{EFD57E3D-95E9-D3FC-5E4C-E747FA126DB9}"/>
              </a:ext>
            </a:extLst>
          </p:cNvPr>
          <p:cNvSpPr/>
          <p:nvPr/>
        </p:nvSpPr>
        <p:spPr>
          <a:xfrm>
            <a:off x="5693452" y="1642409"/>
            <a:ext cx="954106" cy="95999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18" name="אליפסה 17">
            <a:extLst>
              <a:ext uri="{FF2B5EF4-FFF2-40B4-BE49-F238E27FC236}">
                <a16:creationId xmlns:a16="http://schemas.microsoft.com/office/drawing/2014/main" id="{074C1BA3-E2E2-DB67-8F06-37A9DC6E5B7C}"/>
              </a:ext>
            </a:extLst>
          </p:cNvPr>
          <p:cNvSpPr/>
          <p:nvPr/>
        </p:nvSpPr>
        <p:spPr>
          <a:xfrm>
            <a:off x="5693452" y="2744275"/>
            <a:ext cx="954106" cy="959992"/>
          </a:xfrm>
          <a:prstGeom prst="ellipse">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אליפסה 18">
            <a:extLst>
              <a:ext uri="{FF2B5EF4-FFF2-40B4-BE49-F238E27FC236}">
                <a16:creationId xmlns:a16="http://schemas.microsoft.com/office/drawing/2014/main" id="{FB61EDDD-0E5B-7959-DFE5-55935D41D2CB}"/>
              </a:ext>
            </a:extLst>
          </p:cNvPr>
          <p:cNvSpPr/>
          <p:nvPr/>
        </p:nvSpPr>
        <p:spPr>
          <a:xfrm>
            <a:off x="5693452" y="3846141"/>
            <a:ext cx="954106" cy="959992"/>
          </a:xfrm>
          <a:prstGeom prst="ellipse">
            <a:avLst/>
          </a:prstGeom>
          <a:solidFill>
            <a:srgbClr val="6F5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אליפסה 19">
            <a:extLst>
              <a:ext uri="{FF2B5EF4-FFF2-40B4-BE49-F238E27FC236}">
                <a16:creationId xmlns:a16="http://schemas.microsoft.com/office/drawing/2014/main" id="{2968E779-4C82-0665-692E-08FCEB6112CA}"/>
              </a:ext>
            </a:extLst>
          </p:cNvPr>
          <p:cNvSpPr/>
          <p:nvPr/>
        </p:nvSpPr>
        <p:spPr>
          <a:xfrm>
            <a:off x="5693452" y="4948007"/>
            <a:ext cx="954106" cy="9599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83">
            <a:extLst>
              <a:ext uri="{FF2B5EF4-FFF2-40B4-BE49-F238E27FC236}">
                <a16:creationId xmlns:a16="http://schemas.microsoft.com/office/drawing/2014/main" id="{266E7262-76F3-A300-E301-4A2936E8DDDA}"/>
              </a:ext>
            </a:extLst>
          </p:cNvPr>
          <p:cNvSpPr txBox="1">
            <a:spLocks/>
          </p:cNvSpPr>
          <p:nvPr/>
        </p:nvSpPr>
        <p:spPr>
          <a:xfrm>
            <a:off x="6694253" y="4041292"/>
            <a:ext cx="4681670" cy="569690"/>
          </a:xfrm>
          <a:prstGeom prst="rect">
            <a:avLst/>
          </a:prstGeom>
        </p:spPr>
        <p:txBody>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3C2317"/>
                </a:solidFill>
              </a:rPr>
              <a:t>Training &amp; Results</a:t>
            </a:r>
          </a:p>
        </p:txBody>
      </p:sp>
      <p:sp>
        <p:nvSpPr>
          <p:cNvPr id="22" name="Text Placeholder 83">
            <a:extLst>
              <a:ext uri="{FF2B5EF4-FFF2-40B4-BE49-F238E27FC236}">
                <a16:creationId xmlns:a16="http://schemas.microsoft.com/office/drawing/2014/main" id="{2E9F57A9-48F8-39C7-CCC7-1A58A7779881}"/>
              </a:ext>
            </a:extLst>
          </p:cNvPr>
          <p:cNvSpPr txBox="1">
            <a:spLocks/>
          </p:cNvSpPr>
          <p:nvPr/>
        </p:nvSpPr>
        <p:spPr>
          <a:xfrm>
            <a:off x="6647558" y="1837560"/>
            <a:ext cx="4681670" cy="569690"/>
          </a:xfrm>
          <a:prstGeom prst="rect">
            <a:avLst/>
          </a:prstGeom>
        </p:spPr>
        <p:txBody>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3C2317"/>
                </a:solidFill>
              </a:rPr>
              <a:t>Data Preparation</a:t>
            </a:r>
          </a:p>
        </p:txBody>
      </p:sp>
      <p:pic>
        <p:nvPicPr>
          <p:cNvPr id="25" name="גרפיקה 24" descr="בינה מלאכותית קו מיתאר">
            <a:extLst>
              <a:ext uri="{FF2B5EF4-FFF2-40B4-BE49-F238E27FC236}">
                <a16:creationId xmlns:a16="http://schemas.microsoft.com/office/drawing/2014/main" id="{9E5C0E71-4859-C439-42BB-4A0A61D669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4696" y="644730"/>
            <a:ext cx="751618" cy="751618"/>
          </a:xfrm>
          <a:prstGeom prst="rect">
            <a:avLst/>
          </a:prstGeom>
        </p:spPr>
      </p:pic>
      <p:pic>
        <p:nvPicPr>
          <p:cNvPr id="27" name="גרפיקה 26" descr="גלגל שיניים יחיד קו מיתאר">
            <a:extLst>
              <a:ext uri="{FF2B5EF4-FFF2-40B4-BE49-F238E27FC236}">
                <a16:creationId xmlns:a16="http://schemas.microsoft.com/office/drawing/2014/main" id="{EDCC4246-E197-C4C5-DE89-3F5C9A0451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81003" y="1732902"/>
            <a:ext cx="779005" cy="779005"/>
          </a:xfrm>
          <a:prstGeom prst="rect">
            <a:avLst/>
          </a:prstGeom>
        </p:spPr>
      </p:pic>
      <p:pic>
        <p:nvPicPr>
          <p:cNvPr id="29" name="גרפיקה 28" descr="מחוגה קו מיתאר">
            <a:extLst>
              <a:ext uri="{FF2B5EF4-FFF2-40B4-BE49-F238E27FC236}">
                <a16:creationId xmlns:a16="http://schemas.microsoft.com/office/drawing/2014/main" id="{0F19B853-6BB5-E174-CE79-C3321E7C12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67736" y="2834982"/>
            <a:ext cx="778578" cy="778578"/>
          </a:xfrm>
          <a:prstGeom prst="rect">
            <a:avLst/>
          </a:prstGeom>
        </p:spPr>
      </p:pic>
      <p:pic>
        <p:nvPicPr>
          <p:cNvPr id="31" name="גרפיקה 30" descr="מצגת עם תרשים עוגה קו מיתאר">
            <a:extLst>
              <a:ext uri="{FF2B5EF4-FFF2-40B4-BE49-F238E27FC236}">
                <a16:creationId xmlns:a16="http://schemas.microsoft.com/office/drawing/2014/main" id="{A03828EF-BB07-FDE0-5ADE-7F56DB37A7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67736" y="3936848"/>
            <a:ext cx="778578" cy="778578"/>
          </a:xfrm>
          <a:prstGeom prst="rect">
            <a:avLst/>
          </a:prstGeom>
        </p:spPr>
      </p:pic>
      <p:pic>
        <p:nvPicPr>
          <p:cNvPr id="33" name="גרפיקה 32" descr="גרף עמודות עם מגמה עולה קו מיתאר">
            <a:extLst>
              <a:ext uri="{FF2B5EF4-FFF2-40B4-BE49-F238E27FC236}">
                <a16:creationId xmlns:a16="http://schemas.microsoft.com/office/drawing/2014/main" id="{9CCF70EE-7E87-2BA5-540C-6D8C9F18DE1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1003" y="5038713"/>
            <a:ext cx="778579" cy="778579"/>
          </a:xfrm>
          <a:prstGeom prst="rect">
            <a:avLst/>
          </a:prstGeom>
        </p:spPr>
      </p:pic>
    </p:spTree>
    <p:extLst>
      <p:ext uri="{BB962C8B-B14F-4D97-AF65-F5344CB8AC3E}">
        <p14:creationId xmlns:p14="http://schemas.microsoft.com/office/powerpoint/2010/main" val="255499952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52" name="Straight Connector 1051">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6" name="Straight Connector 1055">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8" name="Straight Connector 1057">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066" name="Rectangle 1065">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Freeform: Shape 1067">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996407E8-7005-DF5B-D493-13BEB98FC8ED}"/>
              </a:ext>
            </a:extLst>
          </p:cNvPr>
          <p:cNvSpPr>
            <a:spLocks noGrp="1"/>
          </p:cNvSpPr>
          <p:nvPr>
            <p:ph type="title"/>
          </p:nvPr>
        </p:nvSpPr>
        <p:spPr>
          <a:xfrm>
            <a:off x="7218705" y="542926"/>
            <a:ext cx="4439894" cy="1668143"/>
          </a:xfrm>
        </p:spPr>
        <p:txBody>
          <a:bodyPr>
            <a:noAutofit/>
          </a:bodyPr>
          <a:lstStyle/>
          <a:p>
            <a:pPr marL="0" indent="0">
              <a:lnSpc>
                <a:spcPct val="90000"/>
              </a:lnSpc>
            </a:pPr>
            <a:r>
              <a:rPr lang="en-US" sz="4000" dirty="0">
                <a:solidFill>
                  <a:srgbClr val="3C2317"/>
                </a:solidFill>
              </a:rPr>
              <a:t>Motivation</a:t>
            </a:r>
          </a:p>
        </p:txBody>
      </p:sp>
      <p:pic>
        <p:nvPicPr>
          <p:cNvPr id="1026" name="Picture 2" descr="Webinar: Don't be a slacker about cyber attackers — Ministry Pacific">
            <a:extLst>
              <a:ext uri="{FF2B5EF4-FFF2-40B4-BE49-F238E27FC236}">
                <a16:creationId xmlns:a16="http://schemas.microsoft.com/office/drawing/2014/main" id="{0846CFE5-7013-EB53-269E-02A8CAF89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119" r="25657" b="2"/>
          <a:stretch>
            <a:fillRect/>
          </a:stretch>
        </p:blipFill>
        <p:spPr bwMode="auto">
          <a:xfrm>
            <a:off x="1076437" y="533400"/>
            <a:ext cx="4183979" cy="5791200"/>
          </a:xfrm>
          <a:prstGeom prst="rect">
            <a:avLst/>
          </a:prstGeom>
          <a:noFill/>
          <a:extLst>
            <a:ext uri="{909E8E84-426E-40DD-AFC4-6F175D3DCCD1}">
              <a14:hiddenFill xmlns:a14="http://schemas.microsoft.com/office/drawing/2010/main">
                <a:solidFill>
                  <a:srgbClr val="FFFFFF"/>
                </a:solidFill>
              </a14:hiddenFill>
            </a:ext>
          </a:extLst>
        </p:spPr>
      </p:pic>
      <p:cxnSp>
        <p:nvCxnSpPr>
          <p:cNvPr id="1070" name="Straight Connector 1069">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329D2A5B-D934-7208-2F35-9C5A873B157E}"/>
              </a:ext>
            </a:extLst>
          </p:cNvPr>
          <p:cNvSpPr txBox="1">
            <a:spLocks/>
          </p:cNvSpPr>
          <p:nvPr/>
        </p:nvSpPr>
        <p:spPr>
          <a:xfrm>
            <a:off x="7218706" y="2211069"/>
            <a:ext cx="4439894" cy="4113531"/>
          </a:xfrm>
          <a:prstGeom prst="rect">
            <a:avLst/>
          </a:prstGeom>
        </p:spPr>
        <p:txBody>
          <a:bodyPr lIns="91440" tIns="45720" rIns="91440" bIns="45720">
            <a:normAutofit/>
          </a:bodyPr>
          <a:lst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Audio deepfakes pose serious security and societal risks</a:t>
            </a:r>
          </a:p>
          <a:p>
            <a:r>
              <a:rPr lang="en-US" dirty="0"/>
              <a:t>Current detectors fail under real-world manipulations</a:t>
            </a:r>
          </a:p>
        </p:txBody>
      </p:sp>
    </p:spTree>
    <p:extLst>
      <p:ext uri="{BB962C8B-B14F-4D97-AF65-F5344CB8AC3E}">
        <p14:creationId xmlns:p14="http://schemas.microsoft.com/office/powerpoint/2010/main" val="4113486208"/>
      </p:ext>
    </p:extLst>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C3B2-4062-2903-3B68-3132962B78C4}"/>
            </a:ext>
          </a:extLst>
        </p:cNvPr>
        <p:cNvGrpSpPr/>
        <p:nvPr/>
      </p:nvGrpSpPr>
      <p:grpSpPr>
        <a:xfrm>
          <a:off x="0" y="0"/>
          <a:ext cx="0" cy="0"/>
          <a:chOff x="0" y="0"/>
          <a:chExt cx="0" cy="0"/>
        </a:xfrm>
      </p:grpSpPr>
      <p:sp>
        <p:nvSpPr>
          <p:cNvPr id="6" name="כותרת 1">
            <a:extLst>
              <a:ext uri="{FF2B5EF4-FFF2-40B4-BE49-F238E27FC236}">
                <a16:creationId xmlns:a16="http://schemas.microsoft.com/office/drawing/2014/main" id="{FBEE6698-38A7-DB6F-AE81-F2808AF5E80C}"/>
              </a:ext>
            </a:extLst>
          </p:cNvPr>
          <p:cNvSpPr txBox="1">
            <a:spLocks/>
          </p:cNvSpPr>
          <p:nvPr/>
        </p:nvSpPr>
        <p:spPr>
          <a:xfrm>
            <a:off x="1143000" y="2416566"/>
            <a:ext cx="9906000"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4800" dirty="0">
                <a:solidFill>
                  <a:srgbClr val="3C2317"/>
                </a:solidFill>
              </a:rPr>
              <a:t>Building the Fake-Audio Dataset</a:t>
            </a:r>
          </a:p>
        </p:txBody>
      </p:sp>
      <p:pic>
        <p:nvPicPr>
          <p:cNvPr id="8" name="Picture 2" descr="Colorful Sound Wave on Transparent Background 48332376 PNG">
            <a:extLst>
              <a:ext uri="{FF2B5EF4-FFF2-40B4-BE49-F238E27FC236}">
                <a16:creationId xmlns:a16="http://schemas.microsoft.com/office/drawing/2014/main" id="{003334F4-FE72-909A-A4D4-79EC3EE6A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07644"/>
            <a:ext cx="4477783" cy="44777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olorful Sound Wave on Transparent Background 48332376 PNG">
            <a:extLst>
              <a:ext uri="{FF2B5EF4-FFF2-40B4-BE49-F238E27FC236}">
                <a16:creationId xmlns:a16="http://schemas.microsoft.com/office/drawing/2014/main" id="{CCAA7C0E-0EF7-4155-26B1-E3A8063074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4477783"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olorful Sound Wave on Transparent Background 48332376 PNG">
            <a:extLst>
              <a:ext uri="{FF2B5EF4-FFF2-40B4-BE49-F238E27FC236}">
                <a16:creationId xmlns:a16="http://schemas.microsoft.com/office/drawing/2014/main" id="{549F51A3-0204-D8D8-62D8-FB22D1FC93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8597767"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44544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F88E7D-4BE4-21BD-52AB-8F4995D8692D}"/>
            </a:ext>
          </a:extLst>
        </p:cNvPr>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49" name="Rectangle 48">
            <a:extLst>
              <a:ext uri="{FF2B5EF4-FFF2-40B4-BE49-F238E27FC236}">
                <a16:creationId xmlns:a16="http://schemas.microsoft.com/office/drawing/2014/main" id="{22171661-0838-4942-A149-8C1B78926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23">
            <a:extLst>
              <a:ext uri="{FF2B5EF4-FFF2-40B4-BE49-F238E27FC236}">
                <a16:creationId xmlns:a16="http://schemas.microsoft.com/office/drawing/2014/main" id="{5C569A89-4BBD-4E62-9A37-D553FBF9F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91895" y="-11953"/>
            <a:ext cx="8600105" cy="6869953"/>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 name="connsiteX0" fmla="*/ 985167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985167 w 6430885"/>
              <a:gd name="connsiteY4" fmla="*/ 0 h 6869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0885" h="6869951">
                <a:moveTo>
                  <a:pt x="985167" y="0"/>
                </a:moveTo>
                <a:lnTo>
                  <a:pt x="6430885" y="11953"/>
                </a:lnTo>
                <a:lnTo>
                  <a:pt x="6430885" y="6869951"/>
                </a:lnTo>
                <a:lnTo>
                  <a:pt x="0" y="6869951"/>
                </a:lnTo>
                <a:lnTo>
                  <a:pt x="985167"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כותרת 1">
            <a:extLst>
              <a:ext uri="{FF2B5EF4-FFF2-40B4-BE49-F238E27FC236}">
                <a16:creationId xmlns:a16="http://schemas.microsoft.com/office/drawing/2014/main" id="{861D9203-2FD2-77E6-8159-D3C9F6D43149}"/>
              </a:ext>
            </a:extLst>
          </p:cNvPr>
          <p:cNvSpPr txBox="1">
            <a:spLocks/>
          </p:cNvSpPr>
          <p:nvPr/>
        </p:nvSpPr>
        <p:spPr>
          <a:xfrm>
            <a:off x="6096000" y="542926"/>
            <a:ext cx="5551668" cy="903319"/>
          </a:xfrm>
          <a:prstGeom prst="rect">
            <a:avLst/>
          </a:prstGeom>
        </p:spPr>
        <p:txBody>
          <a:bodyPr lIns="91440" tIns="45720" rIns="91440" bIns="45720">
            <a:normAutofit/>
          </a:bodyP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spcAft>
                <a:spcPts val="600"/>
              </a:spcAft>
            </a:pPr>
            <a:r>
              <a:rPr lang="en-US" sz="4000" dirty="0">
                <a:solidFill>
                  <a:srgbClr val="3C2317"/>
                </a:solidFill>
              </a:rPr>
              <a:t>Data Preparation</a:t>
            </a:r>
          </a:p>
        </p:txBody>
      </p:sp>
      <p:cxnSp>
        <p:nvCxnSpPr>
          <p:cNvPr id="53" name="Straight Connector 52">
            <a:extLst>
              <a:ext uri="{FF2B5EF4-FFF2-40B4-BE49-F238E27FC236}">
                <a16:creationId xmlns:a16="http://schemas.microsoft.com/office/drawing/2014/main" id="{BB04A404-AF1E-4EC9-AF7D-46C68BFCEB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2890239" y="1"/>
            <a:ext cx="2499667"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תמונה 6" descr="תמונה שמכילה שחור, חשיכה&#10;&#10;תוכן בינה מלאכותית גנרטיבית עשוי להיות שגוי.">
            <a:extLst>
              <a:ext uri="{FF2B5EF4-FFF2-40B4-BE49-F238E27FC236}">
                <a16:creationId xmlns:a16="http://schemas.microsoft.com/office/drawing/2014/main" id="{790C12E5-79E9-AC0A-ADD8-29493B01A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45356"/>
            <a:ext cx="4967288" cy="4967288"/>
          </a:xfrm>
          <a:prstGeom prst="rect">
            <a:avLst/>
          </a:prstGeom>
        </p:spPr>
      </p:pic>
      <p:sp>
        <p:nvSpPr>
          <p:cNvPr id="5" name="תיבת טקסט 4">
            <a:extLst>
              <a:ext uri="{FF2B5EF4-FFF2-40B4-BE49-F238E27FC236}">
                <a16:creationId xmlns:a16="http://schemas.microsoft.com/office/drawing/2014/main" id="{8B87CC5C-E2B1-0077-5B70-F022B29EFFE7}"/>
              </a:ext>
            </a:extLst>
          </p:cNvPr>
          <p:cNvSpPr txBox="1"/>
          <p:nvPr/>
        </p:nvSpPr>
        <p:spPr>
          <a:xfrm>
            <a:off x="5589323" y="1446245"/>
            <a:ext cx="6307208" cy="4586367"/>
          </a:xfrm>
          <a:prstGeom prst="rect">
            <a:avLst/>
          </a:prstGeom>
        </p:spPr>
        <p:txBody>
          <a:bodyPr rtlCol="1" anchor="t">
            <a:normAutofit/>
          </a:bodyPr>
          <a:lstStyle/>
          <a:p>
            <a:pPr marL="342900" indent="-342900" algn="l" rtl="0">
              <a:spcAft>
                <a:spcPts val="600"/>
              </a:spcAft>
              <a:buFont typeface="Arial" panose="020B0604020202020204" pitchFamily="34" charset="0"/>
              <a:buChar char="•"/>
            </a:pPr>
            <a:r>
              <a:rPr lang="en-US" sz="2000" dirty="0"/>
              <a:t>Dataset: </a:t>
            </a:r>
            <a:br>
              <a:rPr lang="en-US" sz="2000" dirty="0"/>
            </a:br>
            <a:r>
              <a:rPr lang="en-US" sz="2000" dirty="0"/>
              <a:t>VCTK (diverse speakers by gender, age, accent)</a:t>
            </a:r>
            <a:br>
              <a:rPr lang="en-US" sz="2000" dirty="0"/>
            </a:br>
            <a:endParaRPr lang="en-US" sz="2000" dirty="0"/>
          </a:p>
          <a:p>
            <a:pPr marL="342900" indent="-342900" algn="l" rtl="0">
              <a:spcAft>
                <a:spcPts val="600"/>
              </a:spcAft>
              <a:buFont typeface="Arial" panose="020B0604020202020204" pitchFamily="34" charset="0"/>
              <a:buChar char="•"/>
            </a:pPr>
            <a:r>
              <a:rPr lang="en-US" sz="2000" dirty="0"/>
              <a:t>Fake Generation: </a:t>
            </a:r>
            <a:br>
              <a:rPr lang="en-US" sz="2000" dirty="0"/>
            </a:br>
            <a:r>
              <a:rPr lang="en-US" sz="2000" dirty="0"/>
              <a:t>Coqui TTS (neural text-to-speech)Process</a:t>
            </a:r>
          </a:p>
          <a:p>
            <a:pPr marL="800100" lvl="1" indent="-342900" algn="l" rtl="0">
              <a:spcAft>
                <a:spcPts val="600"/>
              </a:spcAft>
              <a:buFont typeface="Courier New" panose="02070309020205020404" pitchFamily="49" charset="0"/>
              <a:buChar char="o"/>
            </a:pPr>
            <a:r>
              <a:rPr lang="en-US" sz="2000" dirty="0"/>
              <a:t>Load a pretrained neural TTS model (XTTS)</a:t>
            </a:r>
          </a:p>
          <a:p>
            <a:pPr marL="800100" lvl="1" indent="-342900" algn="l" rtl="0">
              <a:spcAft>
                <a:spcPts val="600"/>
              </a:spcAft>
              <a:buFont typeface="Courier New" panose="02070309020205020404" pitchFamily="49" charset="0"/>
              <a:buChar char="o"/>
            </a:pPr>
            <a:r>
              <a:rPr lang="en-US" sz="2000" dirty="0"/>
              <a:t>Provide text transcripts from VCTK</a:t>
            </a:r>
          </a:p>
          <a:p>
            <a:pPr marL="800100" lvl="1" indent="-342900" algn="l" rtl="0">
              <a:spcAft>
                <a:spcPts val="600"/>
              </a:spcAft>
              <a:buFont typeface="Courier New" panose="02070309020205020404" pitchFamily="49" charset="0"/>
              <a:buChar char="o"/>
            </a:pPr>
            <a:r>
              <a:rPr lang="en-US" sz="2000" dirty="0"/>
              <a:t>Use real speaker recordings as reference voices (via speaker ID)</a:t>
            </a:r>
          </a:p>
          <a:p>
            <a:pPr marL="800100" lvl="1" indent="-342900" algn="l" rtl="0">
              <a:spcAft>
                <a:spcPts val="600"/>
              </a:spcAft>
              <a:buFont typeface="Courier New" panose="02070309020205020404" pitchFamily="49" charset="0"/>
              <a:buChar char="o"/>
            </a:pPr>
            <a:r>
              <a:rPr lang="en-US" sz="2000" dirty="0"/>
              <a:t>Neural network synthesizes realistic speech in the target voice</a:t>
            </a:r>
          </a:p>
          <a:p>
            <a:pPr algn="l" rtl="0">
              <a:spcAft>
                <a:spcPts val="600"/>
              </a:spcAft>
            </a:pPr>
            <a:endParaRPr lang="en-US" sz="2000" dirty="0"/>
          </a:p>
        </p:txBody>
      </p:sp>
    </p:spTree>
    <p:extLst>
      <p:ext uri="{BB962C8B-B14F-4D97-AF65-F5344CB8AC3E}">
        <p14:creationId xmlns:p14="http://schemas.microsoft.com/office/powerpoint/2010/main" val="76656721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C0C4-BBB6-ED05-595F-9DC9A53AC53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B11AA58-4AC8-AFD4-9874-8219D61775C9}"/>
              </a:ext>
            </a:extLst>
          </p:cNvPr>
          <p:cNvSpPr>
            <a:spLocks noGrp="1"/>
          </p:cNvSpPr>
          <p:nvPr>
            <p:ph type="title"/>
          </p:nvPr>
        </p:nvSpPr>
        <p:spPr>
          <a:xfrm>
            <a:off x="1143000" y="524070"/>
            <a:ext cx="9906000" cy="1382156"/>
          </a:xfrm>
        </p:spPr>
        <p:txBody>
          <a:bodyPr/>
          <a:lstStyle/>
          <a:p>
            <a:pPr marL="0" indent="0" algn="ctr"/>
            <a:r>
              <a:rPr lang="pt-BR" sz="4000" dirty="0">
                <a:solidFill>
                  <a:srgbClr val="3C2317"/>
                </a:solidFill>
              </a:rPr>
              <a:t>Real vs Fake Audio Samples</a:t>
            </a:r>
            <a:endParaRPr lang="en-US" sz="4000" dirty="0">
              <a:solidFill>
                <a:srgbClr val="3C2317"/>
              </a:solidFill>
            </a:endParaRPr>
          </a:p>
        </p:txBody>
      </p:sp>
      <p:pic>
        <p:nvPicPr>
          <p:cNvPr id="4" name="תמונה 3">
            <a:extLst>
              <a:ext uri="{FF2B5EF4-FFF2-40B4-BE49-F238E27FC236}">
                <a16:creationId xmlns:a16="http://schemas.microsoft.com/office/drawing/2014/main" id="{2164FDC5-CD44-B23E-AA99-80280DF6290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788" y="2934557"/>
            <a:ext cx="1482852" cy="1482852"/>
          </a:xfrm>
          <a:prstGeom prst="rect">
            <a:avLst/>
          </a:prstGeom>
        </p:spPr>
      </p:pic>
      <p:sp>
        <p:nvSpPr>
          <p:cNvPr id="5" name="תיבת טקסט 4">
            <a:extLst>
              <a:ext uri="{FF2B5EF4-FFF2-40B4-BE49-F238E27FC236}">
                <a16:creationId xmlns:a16="http://schemas.microsoft.com/office/drawing/2014/main" id="{C2BF3CA2-A854-469D-C94E-D8F1CE659E94}"/>
              </a:ext>
            </a:extLst>
          </p:cNvPr>
          <p:cNvSpPr txBox="1"/>
          <p:nvPr/>
        </p:nvSpPr>
        <p:spPr>
          <a:xfrm>
            <a:off x="1076101" y="2349782"/>
            <a:ext cx="1018227" cy="584775"/>
          </a:xfrm>
          <a:prstGeom prst="rect">
            <a:avLst/>
          </a:prstGeom>
          <a:noFill/>
        </p:spPr>
        <p:txBody>
          <a:bodyPr wrap="none" rtlCol="1">
            <a:spAutoFit/>
          </a:bodyPr>
          <a:lstStyle/>
          <a:p>
            <a:r>
              <a:rPr lang="en-US" sz="3200" dirty="0">
                <a:solidFill>
                  <a:srgbClr val="3C2317"/>
                </a:solidFill>
                <a:latin typeface="+mj-lt"/>
                <a:ea typeface="+mj-ea"/>
                <a:cs typeface="+mj-cs"/>
              </a:rPr>
              <a:t>p225</a:t>
            </a:r>
            <a:endParaRPr lang="he-IL" sz="3200" dirty="0">
              <a:solidFill>
                <a:srgbClr val="3C2317"/>
              </a:solidFill>
              <a:latin typeface="+mj-lt"/>
              <a:ea typeface="+mj-ea"/>
              <a:cs typeface="+mj-cs"/>
            </a:endParaRPr>
          </a:p>
        </p:txBody>
      </p:sp>
      <p:pic>
        <p:nvPicPr>
          <p:cNvPr id="7" name="תמונה 6">
            <a:hlinkClick r:id="" action="ppaction://noaction">
              <a:snd r:embed="rId15" name="p225_002.wav"/>
            </a:hlinkClick>
            <a:extLst>
              <a:ext uri="{FF2B5EF4-FFF2-40B4-BE49-F238E27FC236}">
                <a16:creationId xmlns:a16="http://schemas.microsoft.com/office/drawing/2014/main" id="{73719C34-C2AA-1889-A774-B8553830CA1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85536" y="4602828"/>
            <a:ext cx="399356" cy="399356"/>
          </a:xfrm>
          <a:prstGeom prst="rect">
            <a:avLst/>
          </a:prstGeom>
        </p:spPr>
      </p:pic>
      <p:pic>
        <p:nvPicPr>
          <p:cNvPr id="9" name="תמונה 8">
            <a:hlinkClick r:id="" action="ppaction://noaction">
              <a:snd r:embed="rId17" name="p225_002__p225__F_22_Southern England.wav"/>
            </a:hlinkClick>
            <a:extLst>
              <a:ext uri="{FF2B5EF4-FFF2-40B4-BE49-F238E27FC236}">
                <a16:creationId xmlns:a16="http://schemas.microsoft.com/office/drawing/2014/main" id="{40D76F1C-F8FB-4237-B6EE-89230D52039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85536" y="5187603"/>
            <a:ext cx="399357" cy="399357"/>
          </a:xfrm>
          <a:prstGeom prst="rect">
            <a:avLst/>
          </a:prstGeom>
        </p:spPr>
      </p:pic>
      <p:sp>
        <p:nvSpPr>
          <p:cNvPr id="11" name="תיבת טקסט 10">
            <a:extLst>
              <a:ext uri="{FF2B5EF4-FFF2-40B4-BE49-F238E27FC236}">
                <a16:creationId xmlns:a16="http://schemas.microsoft.com/office/drawing/2014/main" id="{72BF7431-BEB1-B8FF-F2D0-1DE3F65E396A}"/>
              </a:ext>
            </a:extLst>
          </p:cNvPr>
          <p:cNvSpPr txBox="1"/>
          <p:nvPr/>
        </p:nvSpPr>
        <p:spPr>
          <a:xfrm>
            <a:off x="4053330" y="2349781"/>
            <a:ext cx="1032655" cy="584775"/>
          </a:xfrm>
          <a:prstGeom prst="rect">
            <a:avLst/>
          </a:prstGeom>
          <a:noFill/>
        </p:spPr>
        <p:txBody>
          <a:bodyPr wrap="none" rtlCol="1">
            <a:spAutoFit/>
          </a:bodyPr>
          <a:lstStyle/>
          <a:p>
            <a:r>
              <a:rPr lang="en-US" sz="3200" dirty="0">
                <a:solidFill>
                  <a:srgbClr val="3C2317"/>
                </a:solidFill>
                <a:latin typeface="+mj-lt"/>
                <a:ea typeface="+mj-ea"/>
                <a:cs typeface="+mj-cs"/>
              </a:rPr>
              <a:t>p226</a:t>
            </a:r>
            <a:endParaRPr lang="he-IL" sz="3200" dirty="0">
              <a:solidFill>
                <a:srgbClr val="3C2317"/>
              </a:solidFill>
              <a:latin typeface="+mj-lt"/>
              <a:ea typeface="+mj-ea"/>
              <a:cs typeface="+mj-cs"/>
            </a:endParaRPr>
          </a:p>
        </p:txBody>
      </p:sp>
      <p:pic>
        <p:nvPicPr>
          <p:cNvPr id="12" name="תמונה 11">
            <a:hlinkClick r:id="" action="ppaction://noaction">
              <a:snd r:embed="rId19" name="p226_005.wav"/>
            </a:hlinkClick>
            <a:extLst>
              <a:ext uri="{FF2B5EF4-FFF2-40B4-BE49-F238E27FC236}">
                <a16:creationId xmlns:a16="http://schemas.microsoft.com/office/drawing/2014/main" id="{2A2ED4A3-D6C4-0B08-BA97-7312A52B722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377193" y="4602827"/>
            <a:ext cx="399356" cy="399356"/>
          </a:xfrm>
          <a:prstGeom prst="rect">
            <a:avLst/>
          </a:prstGeom>
        </p:spPr>
      </p:pic>
      <p:pic>
        <p:nvPicPr>
          <p:cNvPr id="13" name="תמונה 12">
            <a:hlinkClick r:id="" action="ppaction://noaction">
              <a:snd r:embed="rId20" name="p226_005__p226__M_22_Surrey.wav"/>
            </a:hlinkClick>
            <a:extLst>
              <a:ext uri="{FF2B5EF4-FFF2-40B4-BE49-F238E27FC236}">
                <a16:creationId xmlns:a16="http://schemas.microsoft.com/office/drawing/2014/main" id="{8D3E07EF-52B3-C086-7B15-25D9FCD5298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377193" y="5187602"/>
            <a:ext cx="399357" cy="399357"/>
          </a:xfrm>
          <a:prstGeom prst="rect">
            <a:avLst/>
          </a:prstGeom>
        </p:spPr>
      </p:pic>
      <p:sp>
        <p:nvSpPr>
          <p:cNvPr id="15" name="תיבת טקסט 14">
            <a:extLst>
              <a:ext uri="{FF2B5EF4-FFF2-40B4-BE49-F238E27FC236}">
                <a16:creationId xmlns:a16="http://schemas.microsoft.com/office/drawing/2014/main" id="{6D77CE1E-7261-D2EA-2470-CA8641A08AAA}"/>
              </a:ext>
            </a:extLst>
          </p:cNvPr>
          <p:cNvSpPr txBox="1"/>
          <p:nvPr/>
        </p:nvSpPr>
        <p:spPr>
          <a:xfrm>
            <a:off x="10036642" y="2349782"/>
            <a:ext cx="1032655" cy="584775"/>
          </a:xfrm>
          <a:prstGeom prst="rect">
            <a:avLst/>
          </a:prstGeom>
          <a:noFill/>
        </p:spPr>
        <p:txBody>
          <a:bodyPr wrap="none" rtlCol="1">
            <a:spAutoFit/>
          </a:bodyPr>
          <a:lstStyle/>
          <a:p>
            <a:r>
              <a:rPr lang="en-US" sz="3200" dirty="0">
                <a:solidFill>
                  <a:srgbClr val="3C2317"/>
                </a:solidFill>
                <a:latin typeface="+mj-lt"/>
                <a:ea typeface="+mj-ea"/>
                <a:cs typeface="+mj-cs"/>
              </a:rPr>
              <a:t>p228</a:t>
            </a:r>
            <a:endParaRPr lang="he-IL" sz="3200" dirty="0">
              <a:solidFill>
                <a:srgbClr val="3C2317"/>
              </a:solidFill>
              <a:latin typeface="+mj-lt"/>
              <a:ea typeface="+mj-ea"/>
              <a:cs typeface="+mj-cs"/>
            </a:endParaRPr>
          </a:p>
        </p:txBody>
      </p:sp>
      <p:pic>
        <p:nvPicPr>
          <p:cNvPr id="16" name="תמונה 15">
            <a:hlinkClick r:id="" action="ppaction://noaction">
              <a:snd r:embed="rId21" name="p228_027.wav"/>
            </a:hlinkClick>
            <a:extLst>
              <a:ext uri="{FF2B5EF4-FFF2-40B4-BE49-F238E27FC236}">
                <a16:creationId xmlns:a16="http://schemas.microsoft.com/office/drawing/2014/main" id="{0FAE9F10-DAD9-EE4F-1923-AB5C90DCBCD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360505" y="4602828"/>
            <a:ext cx="399356" cy="399356"/>
          </a:xfrm>
          <a:prstGeom prst="rect">
            <a:avLst/>
          </a:prstGeom>
        </p:spPr>
      </p:pic>
      <p:pic>
        <p:nvPicPr>
          <p:cNvPr id="17" name="תמונה 16">
            <a:hlinkClick r:id="" action="ppaction://noaction">
              <a:snd r:embed="rId22" name="p228_027__p228__F_22_Southern England.wav"/>
            </a:hlinkClick>
            <a:extLst>
              <a:ext uri="{FF2B5EF4-FFF2-40B4-BE49-F238E27FC236}">
                <a16:creationId xmlns:a16="http://schemas.microsoft.com/office/drawing/2014/main" id="{E2AB253E-88CE-0B58-2C8A-6F1A9EC72E7F}"/>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60505" y="5187603"/>
            <a:ext cx="399357" cy="399357"/>
          </a:xfrm>
          <a:prstGeom prst="rect">
            <a:avLst/>
          </a:prstGeom>
        </p:spPr>
      </p:pic>
      <p:sp>
        <p:nvSpPr>
          <p:cNvPr id="19" name="תיבת טקסט 18">
            <a:extLst>
              <a:ext uri="{FF2B5EF4-FFF2-40B4-BE49-F238E27FC236}">
                <a16:creationId xmlns:a16="http://schemas.microsoft.com/office/drawing/2014/main" id="{D4BD019A-CBD8-2CFE-7E71-31EE6E9D89C4}"/>
              </a:ext>
            </a:extLst>
          </p:cNvPr>
          <p:cNvSpPr txBox="1"/>
          <p:nvPr/>
        </p:nvSpPr>
        <p:spPr>
          <a:xfrm>
            <a:off x="7062620" y="2349782"/>
            <a:ext cx="1015021" cy="584775"/>
          </a:xfrm>
          <a:prstGeom prst="rect">
            <a:avLst/>
          </a:prstGeom>
          <a:noFill/>
        </p:spPr>
        <p:txBody>
          <a:bodyPr wrap="none" rtlCol="1">
            <a:spAutoFit/>
          </a:bodyPr>
          <a:lstStyle/>
          <a:p>
            <a:r>
              <a:rPr lang="en-US" sz="3200" dirty="0">
                <a:solidFill>
                  <a:srgbClr val="3C2317"/>
                </a:solidFill>
                <a:latin typeface="+mj-lt"/>
                <a:ea typeface="+mj-ea"/>
                <a:cs typeface="+mj-cs"/>
              </a:rPr>
              <a:t>p227</a:t>
            </a:r>
            <a:endParaRPr lang="he-IL" sz="3200" dirty="0">
              <a:solidFill>
                <a:srgbClr val="3C2317"/>
              </a:solidFill>
              <a:latin typeface="+mj-lt"/>
              <a:ea typeface="+mj-ea"/>
              <a:cs typeface="+mj-cs"/>
            </a:endParaRPr>
          </a:p>
        </p:txBody>
      </p:sp>
      <p:pic>
        <p:nvPicPr>
          <p:cNvPr id="20" name="תמונה 19">
            <a:hlinkClick r:id="" action="ppaction://noaction">
              <a:snd r:embed="rId23" name="p227_001.wav"/>
            </a:hlinkClick>
            <a:extLst>
              <a:ext uri="{FF2B5EF4-FFF2-40B4-BE49-F238E27FC236}">
                <a16:creationId xmlns:a16="http://schemas.microsoft.com/office/drawing/2014/main" id="{FC9A8258-49DC-42BE-190A-429163252E1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368849" y="4602828"/>
            <a:ext cx="399356" cy="399356"/>
          </a:xfrm>
          <a:prstGeom prst="rect">
            <a:avLst/>
          </a:prstGeom>
        </p:spPr>
      </p:pic>
      <p:pic>
        <p:nvPicPr>
          <p:cNvPr id="21" name="תמונה 20">
            <a:hlinkClick r:id="" action="ppaction://noaction">
              <a:snd r:embed="rId24" name="p227_001__p227__M_38_Cumbria.wav"/>
            </a:hlinkClick>
            <a:extLst>
              <a:ext uri="{FF2B5EF4-FFF2-40B4-BE49-F238E27FC236}">
                <a16:creationId xmlns:a16="http://schemas.microsoft.com/office/drawing/2014/main" id="{D9F4F273-BD1F-EBD1-6A51-B7A9A842D2E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368849" y="5187603"/>
            <a:ext cx="399357" cy="399357"/>
          </a:xfrm>
          <a:prstGeom prst="rect">
            <a:avLst/>
          </a:prstGeom>
        </p:spPr>
      </p:pic>
      <p:pic>
        <p:nvPicPr>
          <p:cNvPr id="22" name="p225_002">
            <a:hlinkClick r:id="" action="ppaction://media"/>
            <a:extLst>
              <a:ext uri="{FF2B5EF4-FFF2-40B4-BE49-F238E27FC236}">
                <a16:creationId xmlns:a16="http://schemas.microsoft.com/office/drawing/2014/main" id="{E23E79C0-AF0E-8D0D-1CD7-91CDFE886112}"/>
              </a:ext>
            </a:extLst>
          </p:cNvPr>
          <p:cNvPicPr>
            <a:picLocks noChangeAspect="1"/>
          </p:cNvPicPr>
          <p:nvPr>
            <a:audioFile r:link="rId2"/>
            <p:extLst>
              <p:ext uri="{DAA4B4D4-6D71-4841-9C94-3DE7FCFB9230}">
                <p14:media xmlns:p14="http://schemas.microsoft.com/office/powerpoint/2010/main" r:embed="rId1"/>
              </p:ext>
            </p:extLst>
          </p:nvPr>
        </p:nvPicPr>
        <p:blipFill>
          <a:blip r:embed="rId25"/>
          <a:stretch>
            <a:fillRect/>
          </a:stretch>
        </p:blipFill>
        <p:spPr>
          <a:xfrm>
            <a:off x="-842942" y="3837668"/>
            <a:ext cx="487363" cy="487363"/>
          </a:xfrm>
          <a:prstGeom prst="rect">
            <a:avLst/>
          </a:prstGeom>
        </p:spPr>
      </p:pic>
      <p:pic>
        <p:nvPicPr>
          <p:cNvPr id="23" name="p225_002__p225__F_22_Southern England">
            <a:hlinkClick r:id="" action="ppaction://media"/>
            <a:extLst>
              <a:ext uri="{FF2B5EF4-FFF2-40B4-BE49-F238E27FC236}">
                <a16:creationId xmlns:a16="http://schemas.microsoft.com/office/drawing/2014/main" id="{34800C25-8461-65AD-DD51-945BCCABD029}"/>
              </a:ext>
            </a:extLst>
          </p:cNvPr>
          <p:cNvPicPr>
            <a:picLocks noChangeAspect="1"/>
          </p:cNvPicPr>
          <p:nvPr>
            <a:audioFile r:link="rId4"/>
            <p:extLst>
              <p:ext uri="{DAA4B4D4-6D71-4841-9C94-3DE7FCFB9230}">
                <p14:media xmlns:p14="http://schemas.microsoft.com/office/powerpoint/2010/main" r:embed="rId3"/>
              </p:ext>
            </p:extLst>
          </p:nvPr>
        </p:nvPicPr>
        <p:blipFill>
          <a:blip r:embed="rId25"/>
          <a:stretch>
            <a:fillRect/>
          </a:stretch>
        </p:blipFill>
        <p:spPr>
          <a:xfrm>
            <a:off x="-842943" y="4558824"/>
            <a:ext cx="487363" cy="487363"/>
          </a:xfrm>
          <a:prstGeom prst="rect">
            <a:avLst/>
          </a:prstGeom>
        </p:spPr>
      </p:pic>
      <p:pic>
        <p:nvPicPr>
          <p:cNvPr id="25" name="תמונה 24" descr="תמונה שמכילה אומנות קליפיפם, איור, ציור, סרטים מצוירים&#10;&#10;תוכן בינה מלאכותית גנרטיבית עשוי להיות שגוי.">
            <a:extLst>
              <a:ext uri="{FF2B5EF4-FFF2-40B4-BE49-F238E27FC236}">
                <a16:creationId xmlns:a16="http://schemas.microsoft.com/office/drawing/2014/main" id="{27F9E7B6-6BAB-BC1A-CC53-27131138BFC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835444" y="2934556"/>
            <a:ext cx="1482853" cy="1482853"/>
          </a:xfrm>
          <a:prstGeom prst="rect">
            <a:avLst/>
          </a:prstGeom>
        </p:spPr>
      </p:pic>
      <p:pic>
        <p:nvPicPr>
          <p:cNvPr id="27" name="תמונה 26">
            <a:extLst>
              <a:ext uri="{FF2B5EF4-FFF2-40B4-BE49-F238E27FC236}">
                <a16:creationId xmlns:a16="http://schemas.microsoft.com/office/drawing/2014/main" id="{56798A9B-973C-789D-DCC4-501661E0258C}"/>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827101" y="2934557"/>
            <a:ext cx="1482852" cy="1482852"/>
          </a:xfrm>
          <a:prstGeom prst="rect">
            <a:avLst/>
          </a:prstGeom>
        </p:spPr>
      </p:pic>
      <p:pic>
        <p:nvPicPr>
          <p:cNvPr id="29" name="תמונה 28">
            <a:extLst>
              <a:ext uri="{FF2B5EF4-FFF2-40B4-BE49-F238E27FC236}">
                <a16:creationId xmlns:a16="http://schemas.microsoft.com/office/drawing/2014/main" id="{9288099D-AAD9-8FED-E446-A09D0543788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811542" y="2935710"/>
            <a:ext cx="1482853" cy="1482853"/>
          </a:xfrm>
          <a:prstGeom prst="rect">
            <a:avLst/>
          </a:prstGeom>
        </p:spPr>
      </p:pic>
      <p:pic>
        <p:nvPicPr>
          <p:cNvPr id="30" name="p225_002">
            <a:hlinkClick r:id="" action="ppaction://media"/>
            <a:extLst>
              <a:ext uri="{FF2B5EF4-FFF2-40B4-BE49-F238E27FC236}">
                <a16:creationId xmlns:a16="http://schemas.microsoft.com/office/drawing/2014/main" id="{E1533848-235A-C679-97E6-9228528D34E4}"/>
              </a:ext>
            </a:extLst>
          </p:cNvPr>
          <p:cNvPicPr>
            <a:picLocks noChangeAspect="1"/>
          </p:cNvPicPr>
          <p:nvPr>
            <a:audioFile r:link="rId2"/>
            <p:extLst>
              <p:ext uri="{DAA4B4D4-6D71-4841-9C94-3DE7FCFB9230}">
                <p14:media xmlns:p14="http://schemas.microsoft.com/office/powerpoint/2010/main" r:embed="rId1"/>
              </p:ext>
            </p:extLst>
          </p:nvPr>
        </p:nvPicPr>
        <p:blipFill>
          <a:blip r:embed="rId25"/>
          <a:stretch>
            <a:fillRect/>
          </a:stretch>
        </p:blipFill>
        <p:spPr>
          <a:xfrm>
            <a:off x="-842944" y="5279980"/>
            <a:ext cx="487363" cy="487363"/>
          </a:xfrm>
          <a:prstGeom prst="rect">
            <a:avLst/>
          </a:prstGeom>
        </p:spPr>
      </p:pic>
      <p:pic>
        <p:nvPicPr>
          <p:cNvPr id="31" name="p225_002__p225__F_22_Southern England">
            <a:hlinkClick r:id="" action="ppaction://media"/>
            <a:extLst>
              <a:ext uri="{FF2B5EF4-FFF2-40B4-BE49-F238E27FC236}">
                <a16:creationId xmlns:a16="http://schemas.microsoft.com/office/drawing/2014/main" id="{A1DEED25-0A79-47A4-2ADF-CB8C9C79B7E4}"/>
              </a:ext>
            </a:extLst>
          </p:cNvPr>
          <p:cNvPicPr>
            <a:picLocks noChangeAspect="1"/>
          </p:cNvPicPr>
          <p:nvPr>
            <a:audioFile r:link="rId4"/>
            <p:extLst>
              <p:ext uri="{DAA4B4D4-6D71-4841-9C94-3DE7FCFB9230}">
                <p14:media xmlns:p14="http://schemas.microsoft.com/office/powerpoint/2010/main" r:embed="rId3"/>
              </p:ext>
            </p:extLst>
          </p:nvPr>
        </p:nvPicPr>
        <p:blipFill>
          <a:blip r:embed="rId25"/>
          <a:stretch>
            <a:fillRect/>
          </a:stretch>
        </p:blipFill>
        <p:spPr>
          <a:xfrm>
            <a:off x="-842944" y="6001136"/>
            <a:ext cx="487363" cy="487363"/>
          </a:xfrm>
          <a:prstGeom prst="rect">
            <a:avLst/>
          </a:prstGeom>
        </p:spPr>
      </p:pic>
      <p:pic>
        <p:nvPicPr>
          <p:cNvPr id="32" name="p227_001">
            <a:hlinkClick r:id="" action="ppaction://media"/>
            <a:extLst>
              <a:ext uri="{FF2B5EF4-FFF2-40B4-BE49-F238E27FC236}">
                <a16:creationId xmlns:a16="http://schemas.microsoft.com/office/drawing/2014/main" id="{DF18C249-D177-3EE5-B9D4-9AD8CB6AC161}"/>
              </a:ext>
            </a:extLst>
          </p:cNvPr>
          <p:cNvPicPr>
            <a:picLocks noChangeAspect="1"/>
          </p:cNvPicPr>
          <p:nvPr>
            <a:audioFile r:link="rId6"/>
            <p:extLst>
              <p:ext uri="{DAA4B4D4-6D71-4841-9C94-3DE7FCFB9230}">
                <p14:media xmlns:p14="http://schemas.microsoft.com/office/powerpoint/2010/main" r:embed="rId5"/>
              </p:ext>
            </p:extLst>
          </p:nvPr>
        </p:nvPicPr>
        <p:blipFill>
          <a:blip r:embed="rId25"/>
          <a:stretch>
            <a:fillRect/>
          </a:stretch>
        </p:blipFill>
        <p:spPr>
          <a:xfrm>
            <a:off x="12803197" y="3799075"/>
            <a:ext cx="487363" cy="487363"/>
          </a:xfrm>
          <a:prstGeom prst="rect">
            <a:avLst/>
          </a:prstGeom>
        </p:spPr>
      </p:pic>
      <p:pic>
        <p:nvPicPr>
          <p:cNvPr id="33" name="p227_001__p227__M_38_Cumbria">
            <a:hlinkClick r:id="" action="ppaction://media"/>
            <a:extLst>
              <a:ext uri="{FF2B5EF4-FFF2-40B4-BE49-F238E27FC236}">
                <a16:creationId xmlns:a16="http://schemas.microsoft.com/office/drawing/2014/main" id="{4B41CA4D-309B-900E-E180-B815BB168857}"/>
              </a:ext>
            </a:extLst>
          </p:cNvPr>
          <p:cNvPicPr>
            <a:picLocks noChangeAspect="1"/>
          </p:cNvPicPr>
          <p:nvPr>
            <a:audioFile r:link="rId8"/>
            <p:extLst>
              <p:ext uri="{DAA4B4D4-6D71-4841-9C94-3DE7FCFB9230}">
                <p14:media xmlns:p14="http://schemas.microsoft.com/office/powerpoint/2010/main" r:embed="rId7"/>
              </p:ext>
            </p:extLst>
          </p:nvPr>
        </p:nvPicPr>
        <p:blipFill>
          <a:blip r:embed="rId25"/>
          <a:stretch>
            <a:fillRect/>
          </a:stretch>
        </p:blipFill>
        <p:spPr>
          <a:xfrm>
            <a:off x="12803198" y="4558823"/>
            <a:ext cx="487363" cy="487363"/>
          </a:xfrm>
          <a:prstGeom prst="rect">
            <a:avLst/>
          </a:prstGeom>
        </p:spPr>
      </p:pic>
      <p:pic>
        <p:nvPicPr>
          <p:cNvPr id="34" name="p228_027">
            <a:hlinkClick r:id="" action="ppaction://media"/>
            <a:extLst>
              <a:ext uri="{FF2B5EF4-FFF2-40B4-BE49-F238E27FC236}">
                <a16:creationId xmlns:a16="http://schemas.microsoft.com/office/drawing/2014/main" id="{532F4942-AB30-6D11-7AD0-178AE7A5E84C}"/>
              </a:ext>
            </a:extLst>
          </p:cNvPr>
          <p:cNvPicPr>
            <a:picLocks noChangeAspect="1"/>
          </p:cNvPicPr>
          <p:nvPr>
            <a:audioFile r:link="rId10"/>
            <p:extLst>
              <p:ext uri="{DAA4B4D4-6D71-4841-9C94-3DE7FCFB9230}">
                <p14:media xmlns:p14="http://schemas.microsoft.com/office/powerpoint/2010/main" r:embed="rId9"/>
              </p:ext>
            </p:extLst>
          </p:nvPr>
        </p:nvPicPr>
        <p:blipFill>
          <a:blip r:embed="rId25"/>
          <a:stretch>
            <a:fillRect/>
          </a:stretch>
        </p:blipFill>
        <p:spPr>
          <a:xfrm>
            <a:off x="12803198" y="5279980"/>
            <a:ext cx="487363" cy="487363"/>
          </a:xfrm>
          <a:prstGeom prst="rect">
            <a:avLst/>
          </a:prstGeom>
        </p:spPr>
      </p:pic>
      <p:pic>
        <p:nvPicPr>
          <p:cNvPr id="35" name="p228_027__p228__F_22_Southern England">
            <a:hlinkClick r:id="" action="ppaction://media"/>
            <a:extLst>
              <a:ext uri="{FF2B5EF4-FFF2-40B4-BE49-F238E27FC236}">
                <a16:creationId xmlns:a16="http://schemas.microsoft.com/office/drawing/2014/main" id="{266D7F10-728F-9DCA-3DB1-A2BFA60E6576}"/>
              </a:ext>
            </a:extLst>
          </p:cNvPr>
          <p:cNvPicPr>
            <a:picLocks noChangeAspect="1"/>
          </p:cNvPicPr>
          <p:nvPr>
            <a:audioFile r:link="rId12"/>
            <p:extLst>
              <p:ext uri="{DAA4B4D4-6D71-4841-9C94-3DE7FCFB9230}">
                <p14:media xmlns:p14="http://schemas.microsoft.com/office/powerpoint/2010/main" r:embed="rId11"/>
              </p:ext>
            </p:extLst>
          </p:nvPr>
        </p:nvPicPr>
        <p:blipFill>
          <a:blip r:embed="rId25"/>
          <a:stretch>
            <a:fillRect/>
          </a:stretch>
        </p:blipFill>
        <p:spPr>
          <a:xfrm>
            <a:off x="12803197" y="6001135"/>
            <a:ext cx="487363" cy="487363"/>
          </a:xfrm>
          <a:prstGeom prst="rect">
            <a:avLst/>
          </a:prstGeom>
        </p:spPr>
      </p:pic>
    </p:spTree>
    <p:extLst>
      <p:ext uri="{BB962C8B-B14F-4D97-AF65-F5344CB8AC3E}">
        <p14:creationId xmlns:p14="http://schemas.microsoft.com/office/powerpoint/2010/main" val="938724826"/>
      </p:ext>
    </p:extLst>
  </p:cSld>
  <p:clrMapOvr>
    <a:masterClrMapping/>
  </p:clrMapOvr>
  <p:transition spd="slow">
    <p:push dir="u"/>
  </p:transition>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058" fill="hold"/>
                                        <p:tgtEl>
                                          <p:spTgt spid="22"/>
                                        </p:tgtEl>
                                      </p:cBhvr>
                                    </p:cmd>
                                  </p:childTnLst>
                                </p:cTn>
                              </p:par>
                            </p:childTnLst>
                          </p:cTn>
                        </p:par>
                      </p:childTnLst>
                    </p:cTn>
                  </p:par>
                </p:childTnLst>
              </p:cTn>
              <p:nextCondLst>
                <p:cond evt="onClick" delay="0">
                  <p:tgtEl>
                    <p:spTgt spid="22"/>
                  </p:tgtEl>
                </p:cond>
              </p:nextCondLst>
            </p:seq>
            <p:audio>
              <p:cMediaNode vol="80000">
                <p:cTn id="7" fill="hold" display="0">
                  <p:stCondLst>
                    <p:cond delay="indefinite"/>
                  </p:stCondLst>
                  <p:endCondLst>
                    <p:cond evt="onStopAudio" delay="0">
                      <p:tgtEl>
                        <p:sldTgt/>
                      </p:tgtEl>
                    </p:cond>
                  </p:endCondLst>
                </p:cTn>
                <p:tgtEl>
                  <p:spTgt spid="22"/>
                </p:tgtEl>
              </p:cMediaNode>
            </p:audi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827" fill="hold"/>
                                        <p:tgtEl>
                                          <p:spTgt spid="23"/>
                                        </p:tgtEl>
                                      </p:cBhvr>
                                    </p:cmd>
                                  </p:childTnLst>
                                </p:cTn>
                              </p:par>
                            </p:childTnLst>
                          </p:cTn>
                        </p:par>
                      </p:childTnLst>
                    </p:cTn>
                  </p:par>
                </p:childTnLst>
              </p:cTn>
              <p:nextCondLst>
                <p:cond evt="onClick" delay="0">
                  <p:tgtEl>
                    <p:spTgt spid="23"/>
                  </p:tgtEl>
                </p:cond>
              </p:nextCondLst>
            </p:seq>
            <p:audio>
              <p:cMediaNode vol="80000">
                <p:cTn id="13" fill="hold" display="0">
                  <p:stCondLst>
                    <p:cond delay="indefinite"/>
                  </p:stCondLst>
                  <p:endCondLst>
                    <p:cond evt="onStopAudio" delay="0">
                      <p:tgtEl>
                        <p:sldTgt/>
                      </p:tgtEl>
                    </p:cond>
                  </p:endCondLst>
                </p:cTn>
                <p:tgtEl>
                  <p:spTgt spid="23"/>
                </p:tgtEl>
              </p:cMediaNode>
            </p:audio>
            <p:seq concurrent="1" nextAc="seek">
              <p:cTn id="14" restart="whenNotActive" fill="hold" evtFilter="cancelBubble" nodeType="interactiveSeq">
                <p:stCondLst>
                  <p:cond evt="onClick" delay="0">
                    <p:tgtEl>
                      <p:spTgt spid="30"/>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4058" fill="hold"/>
                                        <p:tgtEl>
                                          <p:spTgt spid="30"/>
                                        </p:tgtEl>
                                      </p:cBhvr>
                                    </p:cmd>
                                  </p:childTnLst>
                                </p:cTn>
                              </p:par>
                            </p:childTnLst>
                          </p:cTn>
                        </p:par>
                      </p:childTnLst>
                    </p:cTn>
                  </p:par>
                </p:childTnLst>
              </p:cTn>
              <p:nextCondLst>
                <p:cond evt="onClick" delay="0">
                  <p:tgtEl>
                    <p:spTgt spid="30"/>
                  </p:tgtEl>
                </p:cond>
              </p:nextCondLst>
            </p:seq>
            <p:audio>
              <p:cMediaNode vol="80000">
                <p:cTn id="19" fill="hold" display="0">
                  <p:stCondLst>
                    <p:cond delay="indefinite"/>
                  </p:stCondLst>
                  <p:endCondLst>
                    <p:cond evt="onStopAudio" delay="0">
                      <p:tgtEl>
                        <p:sldTgt/>
                      </p:tgtEl>
                    </p:cond>
                  </p:endCondLst>
                </p:cTn>
                <p:tgtEl>
                  <p:spTgt spid="30"/>
                </p:tgtEl>
              </p:cMediaNode>
            </p:audio>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2827" fill="hold"/>
                                        <p:tgtEl>
                                          <p:spTgt spid="31"/>
                                        </p:tgtEl>
                                      </p:cBhvr>
                                    </p:cmd>
                                  </p:childTnLst>
                                </p:cTn>
                              </p:par>
                            </p:childTnLst>
                          </p:cTn>
                        </p:par>
                      </p:childTnLst>
                    </p:cTn>
                  </p:par>
                </p:childTnLst>
              </p:cTn>
              <p:nextCondLst>
                <p:cond evt="onClick" delay="0">
                  <p:tgtEl>
                    <p:spTgt spid="31"/>
                  </p:tgtEl>
                </p:cond>
              </p:nextCondLst>
            </p:seq>
            <p:audio>
              <p:cMediaNode vol="80000">
                <p:cTn id="25" fill="hold" display="0">
                  <p:stCondLst>
                    <p:cond delay="indefinite"/>
                  </p:stCondLst>
                  <p:endCondLst>
                    <p:cond evt="onStopAudio" delay="0">
                      <p:tgtEl>
                        <p:sldTgt/>
                      </p:tgtEl>
                    </p:cond>
                  </p:endCondLst>
                </p:cTn>
                <p:tgtEl>
                  <p:spTgt spid="31"/>
                </p:tgtEl>
              </p:cMediaNode>
            </p:audio>
            <p:seq concurrent="1" nextAc="seek">
              <p:cTn id="26" restart="whenNotActive" fill="hold" evtFilter="cancelBubble" nodeType="interactiveSeq">
                <p:stCondLst>
                  <p:cond evt="onClick" delay="0">
                    <p:tgtEl>
                      <p:spTgt spid="32"/>
                    </p:tgtEl>
                  </p:cond>
                </p:stCondLst>
                <p:endSync evt="end" delay="0">
                  <p:rtn val="all"/>
                </p:endSync>
                <p:childTnLst>
                  <p:par>
                    <p:cTn id="27" fill="hold">
                      <p:stCondLst>
                        <p:cond delay="0"/>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4695" fill="hold"/>
                                        <p:tgtEl>
                                          <p:spTgt spid="32"/>
                                        </p:tgtEl>
                                      </p:cBhvr>
                                    </p:cmd>
                                  </p:childTnLst>
                                </p:cTn>
                              </p:par>
                            </p:childTnLst>
                          </p:cTn>
                        </p:par>
                      </p:childTnLst>
                    </p:cTn>
                  </p:par>
                </p:childTnLst>
              </p:cTn>
              <p:nextCondLst>
                <p:cond evt="onClick" delay="0">
                  <p:tgtEl>
                    <p:spTgt spid="32"/>
                  </p:tgtEl>
                </p:cond>
              </p:nextCondLst>
            </p:seq>
            <p:audio>
              <p:cMediaNode vol="80000">
                <p:cTn id="31" fill="hold" display="0">
                  <p:stCondLst>
                    <p:cond delay="indefinite"/>
                  </p:stCondLst>
                  <p:endCondLst>
                    <p:cond evt="onStopAudio" delay="0">
                      <p:tgtEl>
                        <p:sldTgt/>
                      </p:tgtEl>
                    </p:cond>
                  </p:endCondLst>
                </p:cTn>
                <p:tgtEl>
                  <p:spTgt spid="32"/>
                </p:tgtEl>
              </p:cMediaNode>
            </p:audio>
            <p:seq concurrent="1" nextAc="seek">
              <p:cTn id="32" restart="whenNotActive" fill="hold" evtFilter="cancelBubble" nodeType="interactiveSeq">
                <p:stCondLst>
                  <p:cond evt="onClick" delay="0">
                    <p:tgtEl>
                      <p:spTgt spid="33"/>
                    </p:tgtEl>
                  </p:cond>
                </p:stCondLst>
                <p:endSync evt="end" delay="0">
                  <p:rtn val="all"/>
                </p:endSync>
                <p:childTnLst>
                  <p:par>
                    <p:cTn id="33" fill="hold">
                      <p:stCondLst>
                        <p:cond delay="0"/>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2635" fill="hold"/>
                                        <p:tgtEl>
                                          <p:spTgt spid="33"/>
                                        </p:tgtEl>
                                      </p:cBhvr>
                                    </p:cmd>
                                  </p:childTnLst>
                                </p:cTn>
                              </p:par>
                            </p:childTnLst>
                          </p:cTn>
                        </p:par>
                      </p:childTnLst>
                    </p:cTn>
                  </p:par>
                </p:childTnLst>
              </p:cTn>
              <p:nextCondLst>
                <p:cond evt="onClick" delay="0">
                  <p:tgtEl>
                    <p:spTgt spid="33"/>
                  </p:tgtEl>
                </p:cond>
              </p:nextCondLst>
            </p:seq>
            <p:audio>
              <p:cMediaNode vol="80000">
                <p:cTn id="37" fill="hold" display="0">
                  <p:stCondLst>
                    <p:cond delay="indefinite"/>
                  </p:stCondLst>
                  <p:endCondLst>
                    <p:cond evt="onStopAudio" delay="0">
                      <p:tgtEl>
                        <p:sldTgt/>
                      </p:tgtEl>
                    </p:cond>
                  </p:endCondLst>
                </p:cTn>
                <p:tgtEl>
                  <p:spTgt spid="33"/>
                </p:tgtEl>
              </p:cMediaNode>
            </p:audio>
            <p:seq concurrent="1" nextAc="seek">
              <p:cTn id="38" restart="whenNotActive" fill="hold" evtFilter="cancelBubble" nodeType="interactiveSeq">
                <p:stCondLst>
                  <p:cond evt="onClick" delay="0">
                    <p:tgtEl>
                      <p:spTgt spid="34"/>
                    </p:tgtEl>
                  </p:cond>
                </p:stCondLst>
                <p:endSync evt="end" delay="0">
                  <p:rtn val="all"/>
                </p:endSync>
                <p:childTnLst>
                  <p:par>
                    <p:cTn id="39" fill="hold">
                      <p:stCondLst>
                        <p:cond delay="0"/>
                      </p:stCondLst>
                      <p:childTnLst>
                        <p:par>
                          <p:cTn id="40" fill="hold">
                            <p:stCondLst>
                              <p:cond delay="0"/>
                            </p:stCondLst>
                            <p:childTnLst>
                              <p:par>
                                <p:cTn id="41" presetID="1" presetClass="mediacall" presetSubtype="0" fill="hold" nodeType="clickEffect">
                                  <p:stCondLst>
                                    <p:cond delay="0"/>
                                  </p:stCondLst>
                                  <p:childTnLst>
                                    <p:cmd type="call" cmd="playFrom(0.0)">
                                      <p:cBhvr>
                                        <p:cTn id="42" dur="2176" fill="hold"/>
                                        <p:tgtEl>
                                          <p:spTgt spid="34"/>
                                        </p:tgtEl>
                                      </p:cBhvr>
                                    </p:cmd>
                                  </p:childTnLst>
                                </p:cTn>
                              </p:par>
                            </p:childTnLst>
                          </p:cTn>
                        </p:par>
                      </p:childTnLst>
                    </p:cTn>
                  </p:par>
                </p:childTnLst>
              </p:cTn>
              <p:nextCondLst>
                <p:cond evt="onClick" delay="0">
                  <p:tgtEl>
                    <p:spTgt spid="34"/>
                  </p:tgtEl>
                </p:cond>
              </p:nextCondLst>
            </p:seq>
            <p:audio>
              <p:cMediaNode vol="80000">
                <p:cTn id="43" fill="hold" display="0">
                  <p:stCondLst>
                    <p:cond delay="indefinite"/>
                  </p:stCondLst>
                  <p:endCondLst>
                    <p:cond evt="onStopAudio" delay="0">
                      <p:tgtEl>
                        <p:sldTgt/>
                      </p:tgtEl>
                    </p:cond>
                  </p:endCondLst>
                </p:cTn>
                <p:tgtEl>
                  <p:spTgt spid="34"/>
                </p:tgtEl>
              </p:cMediaNode>
            </p:audio>
            <p:seq concurrent="1" nextAc="seek">
              <p:cTn id="44" restart="whenNotActive" fill="hold" evtFilter="cancelBubble" nodeType="interactiveSeq">
                <p:stCondLst>
                  <p:cond evt="onClick" delay="0">
                    <p:tgtEl>
                      <p:spTgt spid="35"/>
                    </p:tgtEl>
                  </p:cond>
                </p:stCondLst>
                <p:endSync evt="end" delay="0">
                  <p:rtn val="all"/>
                </p:endSync>
                <p:childTnLst>
                  <p:par>
                    <p:cTn id="45" fill="hold">
                      <p:stCondLst>
                        <p:cond delay="0"/>
                      </p:stCondLst>
                      <p:childTnLst>
                        <p:par>
                          <p:cTn id="46" fill="hold">
                            <p:stCondLst>
                              <p:cond delay="0"/>
                            </p:stCondLst>
                            <p:childTnLst>
                              <p:par>
                                <p:cTn id="47" presetID="1" presetClass="mediacall" presetSubtype="0" fill="hold" nodeType="clickEffect">
                                  <p:stCondLst>
                                    <p:cond delay="0"/>
                                  </p:stCondLst>
                                  <p:childTnLst>
                                    <p:cmd type="call" cmd="playFrom(0.0)">
                                      <p:cBhvr>
                                        <p:cTn id="48" dur="2038" fill="hold"/>
                                        <p:tgtEl>
                                          <p:spTgt spid="35"/>
                                        </p:tgtEl>
                                      </p:cBhvr>
                                    </p:cmd>
                                  </p:childTnLst>
                                </p:cTn>
                              </p:par>
                            </p:childTnLst>
                          </p:cTn>
                        </p:par>
                      </p:childTnLst>
                    </p:cTn>
                  </p:par>
                </p:childTnLst>
              </p:cTn>
              <p:nextCondLst>
                <p:cond evt="onClick" delay="0">
                  <p:tgtEl>
                    <p:spTgt spid="35"/>
                  </p:tgtEl>
                </p:cond>
              </p:nextCondLst>
            </p:seq>
            <p:audio>
              <p:cMediaNode vol="80000">
                <p:cTn id="49" fill="hold" display="0">
                  <p:stCondLst>
                    <p:cond delay="indefinite"/>
                  </p:stCondLst>
                  <p:endCondLst>
                    <p:cond evt="onStopAudio" delay="0">
                      <p:tgtEl>
                        <p:sldTgt/>
                      </p:tgtEl>
                    </p:cond>
                  </p:endCondLst>
                </p:cTn>
                <p:tgtEl>
                  <p:spTgt spid="3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F0F1-5921-E1E0-A3DA-CBF8D5711567}"/>
            </a:ext>
          </a:extLst>
        </p:cNvPr>
        <p:cNvGrpSpPr/>
        <p:nvPr/>
      </p:nvGrpSpPr>
      <p:grpSpPr>
        <a:xfrm>
          <a:off x="0" y="0"/>
          <a:ext cx="0" cy="0"/>
          <a:chOff x="0" y="0"/>
          <a:chExt cx="0" cy="0"/>
        </a:xfrm>
      </p:grpSpPr>
      <p:sp>
        <p:nvSpPr>
          <p:cNvPr id="6" name="כותרת 1">
            <a:extLst>
              <a:ext uri="{FF2B5EF4-FFF2-40B4-BE49-F238E27FC236}">
                <a16:creationId xmlns:a16="http://schemas.microsoft.com/office/drawing/2014/main" id="{0064051A-BD93-BEE2-80D4-9C824EC1C6F5}"/>
              </a:ext>
            </a:extLst>
          </p:cNvPr>
          <p:cNvSpPr txBox="1">
            <a:spLocks/>
          </p:cNvSpPr>
          <p:nvPr/>
        </p:nvSpPr>
        <p:spPr>
          <a:xfrm>
            <a:off x="1143000" y="2416566"/>
            <a:ext cx="9906000"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4800" dirty="0">
                <a:solidFill>
                  <a:srgbClr val="3C2317"/>
                </a:solidFill>
              </a:rPr>
              <a:t>Introducing CLAD</a:t>
            </a:r>
          </a:p>
        </p:txBody>
      </p:sp>
      <p:pic>
        <p:nvPicPr>
          <p:cNvPr id="8" name="Picture 2" descr="Colorful Sound Wave on Transparent Background 48332376 PNG">
            <a:extLst>
              <a:ext uri="{FF2B5EF4-FFF2-40B4-BE49-F238E27FC236}">
                <a16:creationId xmlns:a16="http://schemas.microsoft.com/office/drawing/2014/main" id="{B40B1144-5825-11EA-2D7C-74038F17D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07644"/>
            <a:ext cx="4477783" cy="44777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olorful Sound Wave on Transparent Background 48332376 PNG">
            <a:extLst>
              <a:ext uri="{FF2B5EF4-FFF2-40B4-BE49-F238E27FC236}">
                <a16:creationId xmlns:a16="http://schemas.microsoft.com/office/drawing/2014/main" id="{6175E314-0A05-3DEB-9B93-751B1B3AC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4477783"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olorful Sound Wave on Transparent Background 48332376 PNG">
            <a:extLst>
              <a:ext uri="{FF2B5EF4-FFF2-40B4-BE49-F238E27FC236}">
                <a16:creationId xmlns:a16="http://schemas.microsoft.com/office/drawing/2014/main" id="{CB9F2A54-9DAB-9326-A1C2-FFCC5AF8C9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8597767"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076462"/>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9013-0C2A-DA6C-317D-410BAF06FFF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211441F-256A-87D8-842D-B3A4ECB77A38}"/>
              </a:ext>
            </a:extLst>
          </p:cNvPr>
          <p:cNvSpPr>
            <a:spLocks noGrp="1"/>
          </p:cNvSpPr>
          <p:nvPr>
            <p:ph type="title"/>
          </p:nvPr>
        </p:nvSpPr>
        <p:spPr>
          <a:xfrm>
            <a:off x="1143000" y="524070"/>
            <a:ext cx="9906000" cy="1382156"/>
          </a:xfrm>
        </p:spPr>
        <p:txBody>
          <a:bodyPr/>
          <a:lstStyle/>
          <a:p>
            <a:r>
              <a:rPr lang="en-US" sz="4000" dirty="0">
                <a:solidFill>
                  <a:srgbClr val="3C2317"/>
                </a:solidFill>
              </a:rPr>
              <a:t>CLAD Architecture Overview</a:t>
            </a:r>
          </a:p>
        </p:txBody>
      </p:sp>
      <p:grpSp>
        <p:nvGrpSpPr>
          <p:cNvPr id="69" name="Group 2">
            <a:extLst>
              <a:ext uri="{FF2B5EF4-FFF2-40B4-BE49-F238E27FC236}">
                <a16:creationId xmlns:a16="http://schemas.microsoft.com/office/drawing/2014/main" id="{2CD58B33-557A-F19A-022E-BA886039B607}"/>
              </a:ext>
            </a:extLst>
          </p:cNvPr>
          <p:cNvGrpSpPr>
            <a:grpSpLocks/>
          </p:cNvGrpSpPr>
          <p:nvPr/>
        </p:nvGrpSpPr>
        <p:grpSpPr>
          <a:xfrm>
            <a:off x="544882" y="3489978"/>
            <a:ext cx="1196236" cy="195978"/>
            <a:chOff x="0" y="0"/>
            <a:chExt cx="634345" cy="111906"/>
          </a:xfrm>
        </p:grpSpPr>
        <p:sp>
          <p:nvSpPr>
            <p:cNvPr id="70" name="Freeform 3">
              <a:extLst>
                <a:ext uri="{FF2B5EF4-FFF2-40B4-BE49-F238E27FC236}">
                  <a16:creationId xmlns:a16="http://schemas.microsoft.com/office/drawing/2014/main" id="{AB62FB6C-A7E0-A919-DA56-37996B7DC82F}"/>
                </a:ext>
              </a:extLst>
            </p:cNvPr>
            <p:cNvSpPr>
              <a:spLocks/>
            </p:cNvSpPr>
            <p:nvPr/>
          </p:nvSpPr>
          <p:spPr>
            <a:xfrm>
              <a:off x="0" y="0"/>
              <a:ext cx="634345" cy="111906"/>
            </a:xfrm>
            <a:custGeom>
              <a:avLst/>
              <a:gdLst/>
              <a:ahLst/>
              <a:cxnLst/>
              <a:rect l="l" t="t" r="r" b="b"/>
              <a:pathLst>
                <a:path w="634345" h="111906">
                  <a:moveTo>
                    <a:pt x="55953" y="0"/>
                  </a:moveTo>
                  <a:lnTo>
                    <a:pt x="578392" y="0"/>
                  </a:lnTo>
                  <a:cubicBezTo>
                    <a:pt x="609294" y="0"/>
                    <a:pt x="634345" y="25051"/>
                    <a:pt x="634345" y="55953"/>
                  </a:cubicBezTo>
                  <a:lnTo>
                    <a:pt x="634345" y="55953"/>
                  </a:lnTo>
                  <a:cubicBezTo>
                    <a:pt x="634345" y="86855"/>
                    <a:pt x="609294" y="111906"/>
                    <a:pt x="578392" y="111906"/>
                  </a:cubicBezTo>
                  <a:lnTo>
                    <a:pt x="55953" y="111906"/>
                  </a:lnTo>
                  <a:cubicBezTo>
                    <a:pt x="25051" y="111906"/>
                    <a:pt x="0" y="86855"/>
                    <a:pt x="0" y="55953"/>
                  </a:cubicBezTo>
                  <a:lnTo>
                    <a:pt x="0" y="55953"/>
                  </a:lnTo>
                  <a:cubicBezTo>
                    <a:pt x="0" y="25051"/>
                    <a:pt x="25051" y="0"/>
                    <a:pt x="55953" y="0"/>
                  </a:cubicBezTo>
                  <a:close/>
                </a:path>
              </a:pathLst>
            </a:custGeom>
            <a:solidFill>
              <a:srgbClr val="BCA9A9"/>
            </a:solidFill>
          </p:spPr>
          <p:txBody>
            <a:bodyPr/>
            <a:lstStyle/>
            <a:p>
              <a:endParaRPr lang="he-IL" dirty="0"/>
            </a:p>
          </p:txBody>
        </p:sp>
        <p:sp>
          <p:nvSpPr>
            <p:cNvPr id="71" name="TextBox 4">
              <a:extLst>
                <a:ext uri="{FF2B5EF4-FFF2-40B4-BE49-F238E27FC236}">
                  <a16:creationId xmlns:a16="http://schemas.microsoft.com/office/drawing/2014/main" id="{72A72B87-31E9-0BA3-9B4E-BB5F327264E1}"/>
                </a:ext>
              </a:extLst>
            </p:cNvPr>
            <p:cNvSpPr txBox="1">
              <a:spLocks/>
            </p:cNvSpPr>
            <p:nvPr/>
          </p:nvSpPr>
          <p:spPr>
            <a:xfrm>
              <a:off x="0" y="-57150"/>
              <a:ext cx="634345" cy="169056"/>
            </a:xfrm>
            <a:prstGeom prst="rect">
              <a:avLst/>
            </a:prstGeom>
          </p:spPr>
          <p:txBody>
            <a:bodyPr lIns="50800" tIns="50800" rIns="50800" bIns="50800" rtlCol="0" anchor="ctr"/>
            <a:lstStyle/>
            <a:p>
              <a:pPr algn="ctr">
                <a:lnSpc>
                  <a:spcPts val="2659"/>
                </a:lnSpc>
              </a:pPr>
              <a:endParaRPr/>
            </a:p>
          </p:txBody>
        </p:sp>
      </p:grpSp>
      <p:sp>
        <p:nvSpPr>
          <p:cNvPr id="73" name="Freeform 9">
            <a:hlinkClick r:id="rId3" action="ppaction://hlinksldjump"/>
            <a:extLst>
              <a:ext uri="{FF2B5EF4-FFF2-40B4-BE49-F238E27FC236}">
                <a16:creationId xmlns:a16="http://schemas.microsoft.com/office/drawing/2014/main" id="{E211E962-CAAD-A073-75E4-8132A0C4C149}"/>
              </a:ext>
            </a:extLst>
          </p:cNvPr>
          <p:cNvSpPr>
            <a:spLocks/>
          </p:cNvSpPr>
          <p:nvPr/>
        </p:nvSpPr>
        <p:spPr>
          <a:xfrm>
            <a:off x="693537" y="2515928"/>
            <a:ext cx="866882" cy="8050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71450" cap="sq">
            <a:solidFill>
              <a:srgbClr val="BCA9A9"/>
            </a:solidFill>
            <a:prstDash val="solid"/>
            <a:miter/>
          </a:ln>
        </p:spPr>
        <p:txBody>
          <a:bodyPr/>
          <a:lstStyle/>
          <a:p>
            <a:endParaRPr lang="he-IL" dirty="0"/>
          </a:p>
        </p:txBody>
      </p:sp>
      <p:sp>
        <p:nvSpPr>
          <p:cNvPr id="75" name="Freeform 38">
            <a:extLst>
              <a:ext uri="{FF2B5EF4-FFF2-40B4-BE49-F238E27FC236}">
                <a16:creationId xmlns:a16="http://schemas.microsoft.com/office/drawing/2014/main" id="{FEDD6E6C-73EF-F3C2-ACAA-90D191631052}"/>
              </a:ext>
            </a:extLst>
          </p:cNvPr>
          <p:cNvSpPr>
            <a:spLocks/>
          </p:cNvSpPr>
          <p:nvPr/>
        </p:nvSpPr>
        <p:spPr>
          <a:xfrm>
            <a:off x="924064" y="2730870"/>
            <a:ext cx="405828" cy="376141"/>
          </a:xfrm>
          <a:custGeom>
            <a:avLst/>
            <a:gdLst/>
            <a:ahLst/>
            <a:cxnLst/>
            <a:rect l="l" t="t" r="r" b="b"/>
            <a:pathLst>
              <a:path w="817105" h="815494">
                <a:moveTo>
                  <a:pt x="0" y="0"/>
                </a:moveTo>
                <a:lnTo>
                  <a:pt x="817104" y="0"/>
                </a:lnTo>
                <a:lnTo>
                  <a:pt x="817104" y="815494"/>
                </a:lnTo>
                <a:lnTo>
                  <a:pt x="0" y="815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76" name="TextBox 46">
            <a:extLst>
              <a:ext uri="{FF2B5EF4-FFF2-40B4-BE49-F238E27FC236}">
                <a16:creationId xmlns:a16="http://schemas.microsoft.com/office/drawing/2014/main" id="{55527256-9848-DB1C-B635-7365E9295EA0}"/>
              </a:ext>
            </a:extLst>
          </p:cNvPr>
          <p:cNvSpPr txBox="1">
            <a:spLocks/>
          </p:cNvSpPr>
          <p:nvPr/>
        </p:nvSpPr>
        <p:spPr>
          <a:xfrm>
            <a:off x="386238" y="3748254"/>
            <a:ext cx="1513521" cy="776559"/>
          </a:xfrm>
          <a:prstGeom prst="rect">
            <a:avLst/>
          </a:prstGeom>
        </p:spPr>
        <p:txBody>
          <a:bodyPr wrap="square" lIns="0" tIns="0" rIns="0" bIns="0" rtlCol="0" anchor="t">
            <a:spAutoFit/>
          </a:bodyPr>
          <a:lstStyle/>
          <a:p>
            <a:pPr algn="ctr">
              <a:lnSpc>
                <a:spcPts val="3219"/>
              </a:lnSpc>
            </a:pPr>
            <a:r>
              <a:rPr lang="en-US" b="1" dirty="0">
                <a:solidFill>
                  <a:srgbClr val="3C3C50"/>
                </a:solidFill>
                <a:latin typeface="Lato Bold"/>
                <a:ea typeface="Lato Bold"/>
                <a:cs typeface="Lato Bold"/>
                <a:sym typeface="Lato Bold"/>
              </a:rPr>
              <a:t>Audio Preprocessing</a:t>
            </a:r>
          </a:p>
        </p:txBody>
      </p:sp>
      <p:sp>
        <p:nvSpPr>
          <p:cNvPr id="78" name="TextBox 58">
            <a:extLst>
              <a:ext uri="{FF2B5EF4-FFF2-40B4-BE49-F238E27FC236}">
                <a16:creationId xmlns:a16="http://schemas.microsoft.com/office/drawing/2014/main" id="{C0B8F661-5AA7-EA41-5D7D-D4AD55D394FA}"/>
              </a:ext>
            </a:extLst>
          </p:cNvPr>
          <p:cNvSpPr txBox="1">
            <a:spLocks/>
          </p:cNvSpPr>
          <p:nvPr/>
        </p:nvSpPr>
        <p:spPr>
          <a:xfrm>
            <a:off x="616926" y="3467189"/>
            <a:ext cx="1052147" cy="258276"/>
          </a:xfrm>
          <a:prstGeom prst="rect">
            <a:avLst/>
          </a:prstGeom>
        </p:spPr>
        <p:txBody>
          <a:bodyPr wrap="square" lIns="0" tIns="0" rIns="0" bIns="0" rtlCol="0" anchor="t">
            <a:spAutoFit/>
          </a:bodyPr>
          <a:lstStyle/>
          <a:p>
            <a:pPr algn="ctr">
              <a:lnSpc>
                <a:spcPts val="2239"/>
              </a:lnSpc>
            </a:pPr>
            <a:r>
              <a:rPr lang="en-US" sz="1599" b="1" dirty="0">
                <a:solidFill>
                  <a:srgbClr val="FFFFFF"/>
                </a:solidFill>
                <a:latin typeface="Lato Bold"/>
                <a:ea typeface="Lato Bold"/>
                <a:cs typeface="Lato Bold"/>
                <a:sym typeface="Lato Bold"/>
              </a:rPr>
              <a:t>STEP 1</a:t>
            </a:r>
          </a:p>
        </p:txBody>
      </p:sp>
      <p:grpSp>
        <p:nvGrpSpPr>
          <p:cNvPr id="79" name="Group 2">
            <a:extLst>
              <a:ext uri="{FF2B5EF4-FFF2-40B4-BE49-F238E27FC236}">
                <a16:creationId xmlns:a16="http://schemas.microsoft.com/office/drawing/2014/main" id="{3431BFE0-DC68-58BD-8CD0-E1D27DB6BFB4}"/>
              </a:ext>
            </a:extLst>
          </p:cNvPr>
          <p:cNvGrpSpPr/>
          <p:nvPr/>
        </p:nvGrpSpPr>
        <p:grpSpPr>
          <a:xfrm>
            <a:off x="3117862" y="3513327"/>
            <a:ext cx="1196236" cy="195978"/>
            <a:chOff x="0" y="0"/>
            <a:chExt cx="634345" cy="111906"/>
          </a:xfrm>
        </p:grpSpPr>
        <p:sp>
          <p:nvSpPr>
            <p:cNvPr id="80" name="Freeform 3">
              <a:extLst>
                <a:ext uri="{FF2B5EF4-FFF2-40B4-BE49-F238E27FC236}">
                  <a16:creationId xmlns:a16="http://schemas.microsoft.com/office/drawing/2014/main" id="{121FC5E4-1091-CC2C-B147-936AB10B963E}"/>
                </a:ext>
              </a:extLst>
            </p:cNvPr>
            <p:cNvSpPr/>
            <p:nvPr/>
          </p:nvSpPr>
          <p:spPr>
            <a:xfrm>
              <a:off x="0" y="0"/>
              <a:ext cx="634345" cy="111906"/>
            </a:xfrm>
            <a:custGeom>
              <a:avLst/>
              <a:gdLst/>
              <a:ahLst/>
              <a:cxnLst/>
              <a:rect l="l" t="t" r="r" b="b"/>
              <a:pathLst>
                <a:path w="634345" h="111906">
                  <a:moveTo>
                    <a:pt x="55953" y="0"/>
                  </a:moveTo>
                  <a:lnTo>
                    <a:pt x="578392" y="0"/>
                  </a:lnTo>
                  <a:cubicBezTo>
                    <a:pt x="609294" y="0"/>
                    <a:pt x="634345" y="25051"/>
                    <a:pt x="634345" y="55953"/>
                  </a:cubicBezTo>
                  <a:lnTo>
                    <a:pt x="634345" y="55953"/>
                  </a:lnTo>
                  <a:cubicBezTo>
                    <a:pt x="634345" y="86855"/>
                    <a:pt x="609294" y="111906"/>
                    <a:pt x="578392" y="111906"/>
                  </a:cubicBezTo>
                  <a:lnTo>
                    <a:pt x="55953" y="111906"/>
                  </a:lnTo>
                  <a:cubicBezTo>
                    <a:pt x="25051" y="111906"/>
                    <a:pt x="0" y="86855"/>
                    <a:pt x="0" y="55953"/>
                  </a:cubicBezTo>
                  <a:lnTo>
                    <a:pt x="0" y="55953"/>
                  </a:lnTo>
                  <a:cubicBezTo>
                    <a:pt x="0" y="25051"/>
                    <a:pt x="25051" y="0"/>
                    <a:pt x="55953" y="0"/>
                  </a:cubicBezTo>
                  <a:close/>
                </a:path>
              </a:pathLst>
            </a:custGeom>
            <a:solidFill>
              <a:schemeClr val="accent1">
                <a:lumMod val="20000"/>
                <a:lumOff val="80000"/>
              </a:schemeClr>
            </a:solidFill>
          </p:spPr>
          <p:txBody>
            <a:bodyPr/>
            <a:lstStyle/>
            <a:p>
              <a:endParaRPr lang="he-IL" dirty="0"/>
            </a:p>
          </p:txBody>
        </p:sp>
        <p:sp>
          <p:nvSpPr>
            <p:cNvPr id="81" name="TextBox 4">
              <a:extLst>
                <a:ext uri="{FF2B5EF4-FFF2-40B4-BE49-F238E27FC236}">
                  <a16:creationId xmlns:a16="http://schemas.microsoft.com/office/drawing/2014/main" id="{C5635D02-606F-61EA-99F3-D8F555DB1956}"/>
                </a:ext>
              </a:extLst>
            </p:cNvPr>
            <p:cNvSpPr txBox="1"/>
            <p:nvPr/>
          </p:nvSpPr>
          <p:spPr>
            <a:xfrm>
              <a:off x="0" y="-57150"/>
              <a:ext cx="634345" cy="169056"/>
            </a:xfrm>
            <a:prstGeom prst="rect">
              <a:avLst/>
            </a:prstGeom>
          </p:spPr>
          <p:txBody>
            <a:bodyPr lIns="50800" tIns="50800" rIns="50800" bIns="50800" rtlCol="0" anchor="ctr"/>
            <a:lstStyle/>
            <a:p>
              <a:pPr algn="ctr">
                <a:lnSpc>
                  <a:spcPts val="2659"/>
                </a:lnSpc>
              </a:pPr>
              <a:endParaRPr/>
            </a:p>
          </p:txBody>
        </p:sp>
      </p:grpSp>
      <p:sp>
        <p:nvSpPr>
          <p:cNvPr id="83" name="Freeform 9">
            <a:hlinkClick r:id="rId6" action="ppaction://hlinksldjump"/>
            <a:extLst>
              <a:ext uri="{FF2B5EF4-FFF2-40B4-BE49-F238E27FC236}">
                <a16:creationId xmlns:a16="http://schemas.microsoft.com/office/drawing/2014/main" id="{A1D6CF61-2360-EBDB-1471-CA486B846076}"/>
              </a:ext>
            </a:extLst>
          </p:cNvPr>
          <p:cNvSpPr/>
          <p:nvPr/>
        </p:nvSpPr>
        <p:spPr>
          <a:xfrm>
            <a:off x="3266517" y="2539277"/>
            <a:ext cx="866882" cy="8050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71450" cap="sq">
            <a:solidFill>
              <a:srgbClr val="BFE8F2"/>
            </a:solidFill>
            <a:prstDash val="solid"/>
            <a:miter/>
          </a:ln>
        </p:spPr>
        <p:txBody>
          <a:bodyPr/>
          <a:lstStyle/>
          <a:p>
            <a:endParaRPr lang="he-IL" dirty="0"/>
          </a:p>
        </p:txBody>
      </p:sp>
      <p:sp>
        <p:nvSpPr>
          <p:cNvPr id="85" name="Freeform 38">
            <a:extLst>
              <a:ext uri="{FF2B5EF4-FFF2-40B4-BE49-F238E27FC236}">
                <a16:creationId xmlns:a16="http://schemas.microsoft.com/office/drawing/2014/main" id="{D1C0812D-08E7-5BF0-8253-CB3A11C84F8F}"/>
              </a:ext>
            </a:extLst>
          </p:cNvPr>
          <p:cNvSpPr/>
          <p:nvPr/>
        </p:nvSpPr>
        <p:spPr>
          <a:xfrm>
            <a:off x="3497044" y="2754219"/>
            <a:ext cx="405828" cy="376141"/>
          </a:xfrm>
          <a:custGeom>
            <a:avLst/>
            <a:gdLst/>
            <a:ahLst/>
            <a:cxnLst/>
            <a:rect l="l" t="t" r="r" b="b"/>
            <a:pathLst>
              <a:path w="817105" h="815494">
                <a:moveTo>
                  <a:pt x="0" y="0"/>
                </a:moveTo>
                <a:lnTo>
                  <a:pt x="817104" y="0"/>
                </a:lnTo>
                <a:lnTo>
                  <a:pt x="817104" y="815494"/>
                </a:lnTo>
                <a:lnTo>
                  <a:pt x="0" y="815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86" name="TextBox 46">
            <a:extLst>
              <a:ext uri="{FF2B5EF4-FFF2-40B4-BE49-F238E27FC236}">
                <a16:creationId xmlns:a16="http://schemas.microsoft.com/office/drawing/2014/main" id="{946E1BAA-B0CF-B5DE-259F-0F8D5651503C}"/>
              </a:ext>
            </a:extLst>
          </p:cNvPr>
          <p:cNvSpPr txBox="1"/>
          <p:nvPr/>
        </p:nvSpPr>
        <p:spPr>
          <a:xfrm>
            <a:off x="3018234" y="3770746"/>
            <a:ext cx="1395489" cy="1181029"/>
          </a:xfrm>
          <a:prstGeom prst="rect">
            <a:avLst/>
          </a:prstGeom>
        </p:spPr>
        <p:txBody>
          <a:bodyPr wrap="square" lIns="0" tIns="0" rIns="0" bIns="0" rtlCol="0" anchor="t">
            <a:spAutoFit/>
          </a:bodyPr>
          <a:lstStyle/>
          <a:p>
            <a:pPr algn="ctr">
              <a:lnSpc>
                <a:spcPts val="3219"/>
              </a:lnSpc>
            </a:pPr>
            <a:r>
              <a:rPr lang="en-US" b="1" dirty="0">
                <a:solidFill>
                  <a:srgbClr val="3C3C50"/>
                </a:solidFill>
                <a:latin typeface="Lato Bold"/>
                <a:ea typeface="Lato Bold"/>
                <a:cs typeface="Lato Bold"/>
                <a:sym typeface="Lato Bold"/>
              </a:rPr>
              <a:t>Model Architecture (CLAD)</a:t>
            </a:r>
          </a:p>
        </p:txBody>
      </p:sp>
      <p:sp>
        <p:nvSpPr>
          <p:cNvPr id="87" name="TextBox 58">
            <a:extLst>
              <a:ext uri="{FF2B5EF4-FFF2-40B4-BE49-F238E27FC236}">
                <a16:creationId xmlns:a16="http://schemas.microsoft.com/office/drawing/2014/main" id="{6670F4B5-EE65-D9D8-FB12-C3FA617A7CAD}"/>
              </a:ext>
            </a:extLst>
          </p:cNvPr>
          <p:cNvSpPr txBox="1"/>
          <p:nvPr/>
        </p:nvSpPr>
        <p:spPr>
          <a:xfrm>
            <a:off x="3189906" y="3490538"/>
            <a:ext cx="1052147" cy="258276"/>
          </a:xfrm>
          <a:prstGeom prst="rect">
            <a:avLst/>
          </a:prstGeom>
        </p:spPr>
        <p:txBody>
          <a:bodyPr wrap="square" lIns="0" tIns="0" rIns="0" bIns="0" rtlCol="0" anchor="t">
            <a:spAutoFit/>
          </a:bodyPr>
          <a:lstStyle/>
          <a:p>
            <a:pPr algn="ctr">
              <a:lnSpc>
                <a:spcPts val="2239"/>
              </a:lnSpc>
            </a:pPr>
            <a:r>
              <a:rPr lang="en-US" sz="1599" b="1" dirty="0">
                <a:solidFill>
                  <a:srgbClr val="FFFFFF"/>
                </a:solidFill>
                <a:latin typeface="Lato Bold"/>
                <a:ea typeface="Lato Bold"/>
                <a:cs typeface="Lato Bold"/>
                <a:sym typeface="Lato Bold"/>
              </a:rPr>
              <a:t>STEP 2</a:t>
            </a:r>
          </a:p>
        </p:txBody>
      </p:sp>
      <p:grpSp>
        <p:nvGrpSpPr>
          <p:cNvPr id="88" name="Group 2">
            <a:extLst>
              <a:ext uri="{FF2B5EF4-FFF2-40B4-BE49-F238E27FC236}">
                <a16:creationId xmlns:a16="http://schemas.microsoft.com/office/drawing/2014/main" id="{D5D78F8F-33BA-CCA8-E92C-A082670DAD18}"/>
              </a:ext>
            </a:extLst>
          </p:cNvPr>
          <p:cNvGrpSpPr/>
          <p:nvPr/>
        </p:nvGrpSpPr>
        <p:grpSpPr>
          <a:xfrm>
            <a:off x="5628716" y="3478767"/>
            <a:ext cx="1196236" cy="195978"/>
            <a:chOff x="0" y="0"/>
            <a:chExt cx="634345" cy="111906"/>
          </a:xfrm>
        </p:grpSpPr>
        <p:sp>
          <p:nvSpPr>
            <p:cNvPr id="89" name="Freeform 3">
              <a:extLst>
                <a:ext uri="{FF2B5EF4-FFF2-40B4-BE49-F238E27FC236}">
                  <a16:creationId xmlns:a16="http://schemas.microsoft.com/office/drawing/2014/main" id="{20196A28-966E-88FE-47DD-C5696AA4B5F5}"/>
                </a:ext>
              </a:extLst>
            </p:cNvPr>
            <p:cNvSpPr/>
            <p:nvPr/>
          </p:nvSpPr>
          <p:spPr>
            <a:xfrm>
              <a:off x="0" y="0"/>
              <a:ext cx="634345" cy="111906"/>
            </a:xfrm>
            <a:custGeom>
              <a:avLst/>
              <a:gdLst/>
              <a:ahLst/>
              <a:cxnLst/>
              <a:rect l="l" t="t" r="r" b="b"/>
              <a:pathLst>
                <a:path w="634345" h="111906">
                  <a:moveTo>
                    <a:pt x="55953" y="0"/>
                  </a:moveTo>
                  <a:lnTo>
                    <a:pt x="578392" y="0"/>
                  </a:lnTo>
                  <a:cubicBezTo>
                    <a:pt x="609294" y="0"/>
                    <a:pt x="634345" y="25051"/>
                    <a:pt x="634345" y="55953"/>
                  </a:cubicBezTo>
                  <a:lnTo>
                    <a:pt x="634345" y="55953"/>
                  </a:lnTo>
                  <a:cubicBezTo>
                    <a:pt x="634345" y="86855"/>
                    <a:pt x="609294" y="111906"/>
                    <a:pt x="578392" y="111906"/>
                  </a:cubicBezTo>
                  <a:lnTo>
                    <a:pt x="55953" y="111906"/>
                  </a:lnTo>
                  <a:cubicBezTo>
                    <a:pt x="25051" y="111906"/>
                    <a:pt x="0" y="86855"/>
                    <a:pt x="0" y="55953"/>
                  </a:cubicBezTo>
                  <a:lnTo>
                    <a:pt x="0" y="55953"/>
                  </a:lnTo>
                  <a:cubicBezTo>
                    <a:pt x="0" y="25051"/>
                    <a:pt x="25051" y="0"/>
                    <a:pt x="55953" y="0"/>
                  </a:cubicBezTo>
                  <a:close/>
                </a:path>
              </a:pathLst>
            </a:custGeom>
            <a:solidFill>
              <a:srgbClr val="DBD1D1"/>
            </a:solidFill>
            <a:ln>
              <a:solidFill>
                <a:srgbClr val="DBD1D1"/>
              </a:solidFill>
            </a:ln>
          </p:spPr>
          <p:txBody>
            <a:bodyPr/>
            <a:lstStyle/>
            <a:p>
              <a:endParaRPr lang="he-IL"/>
            </a:p>
          </p:txBody>
        </p:sp>
        <p:sp>
          <p:nvSpPr>
            <p:cNvPr id="90" name="TextBox 4">
              <a:extLst>
                <a:ext uri="{FF2B5EF4-FFF2-40B4-BE49-F238E27FC236}">
                  <a16:creationId xmlns:a16="http://schemas.microsoft.com/office/drawing/2014/main" id="{A05AA674-A231-3CC2-4C0D-993D278B5A07}"/>
                </a:ext>
              </a:extLst>
            </p:cNvPr>
            <p:cNvSpPr txBox="1"/>
            <p:nvPr/>
          </p:nvSpPr>
          <p:spPr>
            <a:xfrm>
              <a:off x="0" y="-57150"/>
              <a:ext cx="634345" cy="169056"/>
            </a:xfrm>
            <a:prstGeom prst="rect">
              <a:avLst/>
            </a:prstGeom>
          </p:spPr>
          <p:txBody>
            <a:bodyPr lIns="50800" tIns="50800" rIns="50800" bIns="50800" rtlCol="0" anchor="ctr"/>
            <a:lstStyle/>
            <a:p>
              <a:pPr algn="ctr">
                <a:lnSpc>
                  <a:spcPts val="2659"/>
                </a:lnSpc>
              </a:pPr>
              <a:endParaRPr/>
            </a:p>
          </p:txBody>
        </p:sp>
      </p:grpSp>
      <p:sp>
        <p:nvSpPr>
          <p:cNvPr id="92" name="Freeform 9">
            <a:extLst>
              <a:ext uri="{FF2B5EF4-FFF2-40B4-BE49-F238E27FC236}">
                <a16:creationId xmlns:a16="http://schemas.microsoft.com/office/drawing/2014/main" id="{8F2B3820-5A50-DED7-EC74-283C72C92F80}"/>
              </a:ext>
            </a:extLst>
          </p:cNvPr>
          <p:cNvSpPr/>
          <p:nvPr/>
        </p:nvSpPr>
        <p:spPr>
          <a:xfrm>
            <a:off x="5777371" y="2504717"/>
            <a:ext cx="866882" cy="8050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71450" cap="sq">
            <a:solidFill>
              <a:srgbClr val="DBD1D1"/>
            </a:solidFill>
            <a:prstDash val="solid"/>
            <a:miter/>
          </a:ln>
        </p:spPr>
        <p:txBody>
          <a:bodyPr/>
          <a:lstStyle/>
          <a:p>
            <a:endParaRPr lang="he-IL"/>
          </a:p>
        </p:txBody>
      </p:sp>
      <p:sp>
        <p:nvSpPr>
          <p:cNvPr id="94" name="Freeform 38">
            <a:hlinkClick r:id="rId7" action="ppaction://hlinksldjump"/>
            <a:extLst>
              <a:ext uri="{FF2B5EF4-FFF2-40B4-BE49-F238E27FC236}">
                <a16:creationId xmlns:a16="http://schemas.microsoft.com/office/drawing/2014/main" id="{B492399C-2F47-7C55-0C5B-0BEF02B3FA15}"/>
              </a:ext>
            </a:extLst>
          </p:cNvPr>
          <p:cNvSpPr/>
          <p:nvPr/>
        </p:nvSpPr>
        <p:spPr>
          <a:xfrm>
            <a:off x="6007898" y="2719659"/>
            <a:ext cx="405828" cy="376141"/>
          </a:xfrm>
          <a:custGeom>
            <a:avLst/>
            <a:gdLst/>
            <a:ahLst/>
            <a:cxnLst/>
            <a:rect l="l" t="t" r="r" b="b"/>
            <a:pathLst>
              <a:path w="817105" h="815494">
                <a:moveTo>
                  <a:pt x="0" y="0"/>
                </a:moveTo>
                <a:lnTo>
                  <a:pt x="817104" y="0"/>
                </a:lnTo>
                <a:lnTo>
                  <a:pt x="817104" y="815494"/>
                </a:lnTo>
                <a:lnTo>
                  <a:pt x="0" y="815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95" name="TextBox 46">
            <a:extLst>
              <a:ext uri="{FF2B5EF4-FFF2-40B4-BE49-F238E27FC236}">
                <a16:creationId xmlns:a16="http://schemas.microsoft.com/office/drawing/2014/main" id="{6ADEFC46-F534-1BAB-29AD-7E0E3C5329A0}"/>
              </a:ext>
            </a:extLst>
          </p:cNvPr>
          <p:cNvSpPr txBox="1"/>
          <p:nvPr/>
        </p:nvSpPr>
        <p:spPr>
          <a:xfrm>
            <a:off x="5483094" y="3692720"/>
            <a:ext cx="1551875" cy="767261"/>
          </a:xfrm>
          <a:prstGeom prst="rect">
            <a:avLst/>
          </a:prstGeom>
        </p:spPr>
        <p:txBody>
          <a:bodyPr wrap="square" lIns="0" tIns="0" rIns="0" bIns="0" rtlCol="0" anchor="t">
            <a:spAutoFit/>
          </a:bodyPr>
          <a:lstStyle/>
          <a:p>
            <a:pPr algn="ctr">
              <a:lnSpc>
                <a:spcPts val="3219"/>
              </a:lnSpc>
            </a:pPr>
            <a:r>
              <a:rPr lang="en-US" b="1" dirty="0">
                <a:solidFill>
                  <a:srgbClr val="3C3C50"/>
                </a:solidFill>
                <a:latin typeface="Lato Bold"/>
                <a:ea typeface="Lato Bold"/>
                <a:cs typeface="Lato Bold"/>
                <a:sym typeface="Lato Bold"/>
              </a:rPr>
              <a:t>Training </a:t>
            </a:r>
            <a:br>
              <a:rPr lang="en-US" b="1" dirty="0">
                <a:solidFill>
                  <a:srgbClr val="3C3C50"/>
                </a:solidFill>
                <a:latin typeface="Lato Bold"/>
                <a:ea typeface="Lato Bold"/>
                <a:cs typeface="Lato Bold"/>
                <a:sym typeface="Lato Bold"/>
              </a:rPr>
            </a:br>
            <a:r>
              <a:rPr lang="en-US" b="1" dirty="0">
                <a:solidFill>
                  <a:srgbClr val="3C3C50"/>
                </a:solidFill>
                <a:latin typeface="Lato Bold"/>
                <a:ea typeface="Lato Bold"/>
                <a:cs typeface="Lato Bold"/>
                <a:sym typeface="Lato Bold"/>
              </a:rPr>
              <a:t>&amp; Evaluation</a:t>
            </a:r>
          </a:p>
        </p:txBody>
      </p:sp>
      <p:sp>
        <p:nvSpPr>
          <p:cNvPr id="96" name="TextBox 58">
            <a:extLst>
              <a:ext uri="{FF2B5EF4-FFF2-40B4-BE49-F238E27FC236}">
                <a16:creationId xmlns:a16="http://schemas.microsoft.com/office/drawing/2014/main" id="{C955408C-1131-FD73-5592-2C676226414D}"/>
              </a:ext>
            </a:extLst>
          </p:cNvPr>
          <p:cNvSpPr txBox="1"/>
          <p:nvPr/>
        </p:nvSpPr>
        <p:spPr>
          <a:xfrm>
            <a:off x="5700760" y="3455978"/>
            <a:ext cx="1052147" cy="258276"/>
          </a:xfrm>
          <a:prstGeom prst="rect">
            <a:avLst/>
          </a:prstGeom>
        </p:spPr>
        <p:txBody>
          <a:bodyPr wrap="square" lIns="0" tIns="0" rIns="0" bIns="0" rtlCol="0" anchor="t">
            <a:spAutoFit/>
          </a:bodyPr>
          <a:lstStyle/>
          <a:p>
            <a:pPr algn="ctr">
              <a:lnSpc>
                <a:spcPts val="2239"/>
              </a:lnSpc>
            </a:pPr>
            <a:r>
              <a:rPr lang="en-US" sz="1599" b="1" dirty="0">
                <a:solidFill>
                  <a:srgbClr val="FFFFFF"/>
                </a:solidFill>
                <a:latin typeface="Lato Bold"/>
                <a:ea typeface="Lato Bold"/>
                <a:cs typeface="Lato Bold"/>
                <a:sym typeface="Lato Bold"/>
              </a:rPr>
              <a:t>STEP 3</a:t>
            </a:r>
          </a:p>
        </p:txBody>
      </p:sp>
      <p:grpSp>
        <p:nvGrpSpPr>
          <p:cNvPr id="97" name="Group 2">
            <a:extLst>
              <a:ext uri="{FF2B5EF4-FFF2-40B4-BE49-F238E27FC236}">
                <a16:creationId xmlns:a16="http://schemas.microsoft.com/office/drawing/2014/main" id="{2E3052AB-92D2-A2A2-529E-68939BAA05D0}"/>
              </a:ext>
            </a:extLst>
          </p:cNvPr>
          <p:cNvGrpSpPr/>
          <p:nvPr/>
        </p:nvGrpSpPr>
        <p:grpSpPr>
          <a:xfrm>
            <a:off x="8030026" y="3463820"/>
            <a:ext cx="1196236" cy="195978"/>
            <a:chOff x="0" y="0"/>
            <a:chExt cx="634345" cy="111906"/>
          </a:xfrm>
        </p:grpSpPr>
        <p:sp>
          <p:nvSpPr>
            <p:cNvPr id="98" name="Freeform 3">
              <a:extLst>
                <a:ext uri="{FF2B5EF4-FFF2-40B4-BE49-F238E27FC236}">
                  <a16:creationId xmlns:a16="http://schemas.microsoft.com/office/drawing/2014/main" id="{48542450-8E30-454E-CEDC-01267BCEC8D4}"/>
                </a:ext>
              </a:extLst>
            </p:cNvPr>
            <p:cNvSpPr/>
            <p:nvPr/>
          </p:nvSpPr>
          <p:spPr>
            <a:xfrm>
              <a:off x="0" y="0"/>
              <a:ext cx="634345" cy="111906"/>
            </a:xfrm>
            <a:custGeom>
              <a:avLst/>
              <a:gdLst/>
              <a:ahLst/>
              <a:cxnLst/>
              <a:rect l="l" t="t" r="r" b="b"/>
              <a:pathLst>
                <a:path w="634345" h="111906">
                  <a:moveTo>
                    <a:pt x="55953" y="0"/>
                  </a:moveTo>
                  <a:lnTo>
                    <a:pt x="578392" y="0"/>
                  </a:lnTo>
                  <a:cubicBezTo>
                    <a:pt x="609294" y="0"/>
                    <a:pt x="634345" y="25051"/>
                    <a:pt x="634345" y="55953"/>
                  </a:cubicBezTo>
                  <a:lnTo>
                    <a:pt x="634345" y="55953"/>
                  </a:lnTo>
                  <a:cubicBezTo>
                    <a:pt x="634345" y="86855"/>
                    <a:pt x="609294" y="111906"/>
                    <a:pt x="578392" y="111906"/>
                  </a:cubicBezTo>
                  <a:lnTo>
                    <a:pt x="55953" y="111906"/>
                  </a:lnTo>
                  <a:cubicBezTo>
                    <a:pt x="25051" y="111906"/>
                    <a:pt x="0" y="86855"/>
                    <a:pt x="0" y="55953"/>
                  </a:cubicBezTo>
                  <a:lnTo>
                    <a:pt x="0" y="55953"/>
                  </a:lnTo>
                  <a:cubicBezTo>
                    <a:pt x="0" y="25051"/>
                    <a:pt x="25051" y="0"/>
                    <a:pt x="55953" y="0"/>
                  </a:cubicBezTo>
                  <a:close/>
                </a:path>
              </a:pathLst>
            </a:custGeom>
            <a:solidFill>
              <a:srgbClr val="6F585B"/>
            </a:solidFill>
          </p:spPr>
          <p:txBody>
            <a:bodyPr/>
            <a:lstStyle/>
            <a:p>
              <a:endParaRPr lang="he-IL"/>
            </a:p>
          </p:txBody>
        </p:sp>
        <p:sp>
          <p:nvSpPr>
            <p:cNvPr id="99" name="TextBox 4">
              <a:extLst>
                <a:ext uri="{FF2B5EF4-FFF2-40B4-BE49-F238E27FC236}">
                  <a16:creationId xmlns:a16="http://schemas.microsoft.com/office/drawing/2014/main" id="{D854E075-6473-1AEF-7B3D-28D12A27806B}"/>
                </a:ext>
              </a:extLst>
            </p:cNvPr>
            <p:cNvSpPr txBox="1"/>
            <p:nvPr/>
          </p:nvSpPr>
          <p:spPr>
            <a:xfrm>
              <a:off x="0" y="-57150"/>
              <a:ext cx="634345" cy="169056"/>
            </a:xfrm>
            <a:prstGeom prst="rect">
              <a:avLst/>
            </a:prstGeom>
          </p:spPr>
          <p:txBody>
            <a:bodyPr lIns="50800" tIns="50800" rIns="50800" bIns="50800" rtlCol="0" anchor="ctr"/>
            <a:lstStyle/>
            <a:p>
              <a:pPr algn="ctr">
                <a:lnSpc>
                  <a:spcPts val="2659"/>
                </a:lnSpc>
              </a:pPr>
              <a:endParaRPr/>
            </a:p>
          </p:txBody>
        </p:sp>
      </p:grpSp>
      <p:sp>
        <p:nvSpPr>
          <p:cNvPr id="101" name="Freeform 9">
            <a:hlinkClick r:id="rId8" action="ppaction://hlinksldjump"/>
            <a:extLst>
              <a:ext uri="{FF2B5EF4-FFF2-40B4-BE49-F238E27FC236}">
                <a16:creationId xmlns:a16="http://schemas.microsoft.com/office/drawing/2014/main" id="{3BAF0F78-7B13-6355-EE8E-09937465F78C}"/>
              </a:ext>
            </a:extLst>
          </p:cNvPr>
          <p:cNvSpPr/>
          <p:nvPr/>
        </p:nvSpPr>
        <p:spPr>
          <a:xfrm>
            <a:off x="8178681" y="2489770"/>
            <a:ext cx="866882" cy="8050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71450" cap="sq">
            <a:solidFill>
              <a:srgbClr val="6F585B"/>
            </a:solidFill>
            <a:prstDash val="solid"/>
            <a:miter/>
          </a:ln>
        </p:spPr>
        <p:txBody>
          <a:bodyPr/>
          <a:lstStyle/>
          <a:p>
            <a:endParaRPr lang="he-IL" dirty="0"/>
          </a:p>
        </p:txBody>
      </p:sp>
      <p:sp>
        <p:nvSpPr>
          <p:cNvPr id="103" name="Freeform 38">
            <a:extLst>
              <a:ext uri="{FF2B5EF4-FFF2-40B4-BE49-F238E27FC236}">
                <a16:creationId xmlns:a16="http://schemas.microsoft.com/office/drawing/2014/main" id="{E1488FAE-C457-D2EF-76C2-60FCC9993740}"/>
              </a:ext>
            </a:extLst>
          </p:cNvPr>
          <p:cNvSpPr/>
          <p:nvPr/>
        </p:nvSpPr>
        <p:spPr>
          <a:xfrm>
            <a:off x="8409208" y="2704712"/>
            <a:ext cx="405828" cy="376141"/>
          </a:xfrm>
          <a:custGeom>
            <a:avLst/>
            <a:gdLst/>
            <a:ahLst/>
            <a:cxnLst/>
            <a:rect l="l" t="t" r="r" b="b"/>
            <a:pathLst>
              <a:path w="817105" h="815494">
                <a:moveTo>
                  <a:pt x="0" y="0"/>
                </a:moveTo>
                <a:lnTo>
                  <a:pt x="817104" y="0"/>
                </a:lnTo>
                <a:lnTo>
                  <a:pt x="817104" y="815494"/>
                </a:lnTo>
                <a:lnTo>
                  <a:pt x="0" y="815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04" name="TextBox 46">
            <a:extLst>
              <a:ext uri="{FF2B5EF4-FFF2-40B4-BE49-F238E27FC236}">
                <a16:creationId xmlns:a16="http://schemas.microsoft.com/office/drawing/2014/main" id="{50B9D7C0-5B5F-E426-0ECB-21C667C03E79}"/>
              </a:ext>
            </a:extLst>
          </p:cNvPr>
          <p:cNvSpPr txBox="1"/>
          <p:nvPr/>
        </p:nvSpPr>
        <p:spPr>
          <a:xfrm>
            <a:off x="7727220" y="3729836"/>
            <a:ext cx="1806379" cy="1177630"/>
          </a:xfrm>
          <a:prstGeom prst="rect">
            <a:avLst/>
          </a:prstGeom>
        </p:spPr>
        <p:txBody>
          <a:bodyPr wrap="square" lIns="0" tIns="0" rIns="0" bIns="0" rtlCol="0" anchor="t">
            <a:spAutoFit/>
          </a:bodyPr>
          <a:lstStyle/>
          <a:p>
            <a:pPr algn="ctr">
              <a:lnSpc>
                <a:spcPts val="3219"/>
              </a:lnSpc>
            </a:pPr>
            <a:r>
              <a:rPr lang="en-US" b="1" dirty="0">
                <a:solidFill>
                  <a:srgbClr val="3C3C50"/>
                </a:solidFill>
                <a:latin typeface="Lato Bold"/>
                <a:ea typeface="Lato Bold"/>
                <a:cs typeface="Lato Bold"/>
                <a:sym typeface="Lato Bold"/>
              </a:rPr>
              <a:t>Results and Comparing to CNN</a:t>
            </a:r>
          </a:p>
        </p:txBody>
      </p:sp>
      <p:sp>
        <p:nvSpPr>
          <p:cNvPr id="105" name="TextBox 58">
            <a:extLst>
              <a:ext uri="{FF2B5EF4-FFF2-40B4-BE49-F238E27FC236}">
                <a16:creationId xmlns:a16="http://schemas.microsoft.com/office/drawing/2014/main" id="{E48D0629-F792-6A16-7EB0-58751B7335CD}"/>
              </a:ext>
            </a:extLst>
          </p:cNvPr>
          <p:cNvSpPr txBox="1"/>
          <p:nvPr/>
        </p:nvSpPr>
        <p:spPr>
          <a:xfrm>
            <a:off x="8102070" y="3441031"/>
            <a:ext cx="1052147" cy="258276"/>
          </a:xfrm>
          <a:prstGeom prst="rect">
            <a:avLst/>
          </a:prstGeom>
        </p:spPr>
        <p:txBody>
          <a:bodyPr wrap="square" lIns="0" tIns="0" rIns="0" bIns="0" rtlCol="0" anchor="t">
            <a:spAutoFit/>
          </a:bodyPr>
          <a:lstStyle/>
          <a:p>
            <a:pPr algn="ctr">
              <a:lnSpc>
                <a:spcPts val="2239"/>
              </a:lnSpc>
            </a:pPr>
            <a:r>
              <a:rPr lang="en-US" sz="1599" b="1" dirty="0">
                <a:solidFill>
                  <a:srgbClr val="FFFFFF"/>
                </a:solidFill>
                <a:latin typeface="Lato Bold"/>
                <a:ea typeface="Lato Bold"/>
                <a:cs typeface="Lato Bold"/>
                <a:sym typeface="Lato Bold"/>
              </a:rPr>
              <a:t>STEP 4</a:t>
            </a:r>
          </a:p>
        </p:txBody>
      </p:sp>
      <p:grpSp>
        <p:nvGrpSpPr>
          <p:cNvPr id="106" name="Group 2">
            <a:extLst>
              <a:ext uri="{FF2B5EF4-FFF2-40B4-BE49-F238E27FC236}">
                <a16:creationId xmlns:a16="http://schemas.microsoft.com/office/drawing/2014/main" id="{242ADDDF-7E45-CF02-EA9B-0E9B110C5968}"/>
              </a:ext>
            </a:extLst>
          </p:cNvPr>
          <p:cNvGrpSpPr/>
          <p:nvPr/>
        </p:nvGrpSpPr>
        <p:grpSpPr>
          <a:xfrm>
            <a:off x="10409403" y="3441031"/>
            <a:ext cx="1196236" cy="195978"/>
            <a:chOff x="0" y="0"/>
            <a:chExt cx="634345" cy="111906"/>
          </a:xfrm>
        </p:grpSpPr>
        <p:sp>
          <p:nvSpPr>
            <p:cNvPr id="107" name="Freeform 3">
              <a:extLst>
                <a:ext uri="{FF2B5EF4-FFF2-40B4-BE49-F238E27FC236}">
                  <a16:creationId xmlns:a16="http://schemas.microsoft.com/office/drawing/2014/main" id="{7AB0CC2A-9E03-FBA2-1CED-3053FAECA08F}"/>
                </a:ext>
              </a:extLst>
            </p:cNvPr>
            <p:cNvSpPr/>
            <p:nvPr/>
          </p:nvSpPr>
          <p:spPr>
            <a:xfrm>
              <a:off x="0" y="0"/>
              <a:ext cx="634345" cy="111906"/>
            </a:xfrm>
            <a:custGeom>
              <a:avLst/>
              <a:gdLst/>
              <a:ahLst/>
              <a:cxnLst/>
              <a:rect l="l" t="t" r="r" b="b"/>
              <a:pathLst>
                <a:path w="634345" h="111906">
                  <a:moveTo>
                    <a:pt x="55953" y="0"/>
                  </a:moveTo>
                  <a:lnTo>
                    <a:pt x="578392" y="0"/>
                  </a:lnTo>
                  <a:cubicBezTo>
                    <a:pt x="609294" y="0"/>
                    <a:pt x="634345" y="25051"/>
                    <a:pt x="634345" y="55953"/>
                  </a:cubicBezTo>
                  <a:lnTo>
                    <a:pt x="634345" y="55953"/>
                  </a:lnTo>
                  <a:cubicBezTo>
                    <a:pt x="634345" y="86855"/>
                    <a:pt x="609294" y="111906"/>
                    <a:pt x="578392" y="111906"/>
                  </a:cubicBezTo>
                  <a:lnTo>
                    <a:pt x="55953" y="111906"/>
                  </a:lnTo>
                  <a:cubicBezTo>
                    <a:pt x="25051" y="111906"/>
                    <a:pt x="0" y="86855"/>
                    <a:pt x="0" y="55953"/>
                  </a:cubicBezTo>
                  <a:lnTo>
                    <a:pt x="0" y="55953"/>
                  </a:lnTo>
                  <a:cubicBezTo>
                    <a:pt x="0" y="25051"/>
                    <a:pt x="25051" y="0"/>
                    <a:pt x="55953" y="0"/>
                  </a:cubicBezTo>
                  <a:close/>
                </a:path>
              </a:pathLst>
            </a:custGeom>
            <a:solidFill>
              <a:schemeClr val="accent5">
                <a:lumMod val="40000"/>
                <a:lumOff val="60000"/>
              </a:schemeClr>
            </a:solidFill>
          </p:spPr>
          <p:txBody>
            <a:bodyPr/>
            <a:lstStyle/>
            <a:p>
              <a:endParaRPr lang="he-IL" dirty="0"/>
            </a:p>
          </p:txBody>
        </p:sp>
        <p:sp>
          <p:nvSpPr>
            <p:cNvPr id="108" name="TextBox 4">
              <a:extLst>
                <a:ext uri="{FF2B5EF4-FFF2-40B4-BE49-F238E27FC236}">
                  <a16:creationId xmlns:a16="http://schemas.microsoft.com/office/drawing/2014/main" id="{393223AC-EA3A-968A-F89D-3011D856200C}"/>
                </a:ext>
              </a:extLst>
            </p:cNvPr>
            <p:cNvSpPr txBox="1"/>
            <p:nvPr/>
          </p:nvSpPr>
          <p:spPr>
            <a:xfrm>
              <a:off x="0" y="-57150"/>
              <a:ext cx="634345" cy="169056"/>
            </a:xfrm>
            <a:prstGeom prst="rect">
              <a:avLst/>
            </a:prstGeom>
          </p:spPr>
          <p:txBody>
            <a:bodyPr lIns="50800" tIns="50800" rIns="50800" bIns="50800" rtlCol="0" anchor="ctr"/>
            <a:lstStyle/>
            <a:p>
              <a:pPr algn="ctr">
                <a:lnSpc>
                  <a:spcPts val="2659"/>
                </a:lnSpc>
              </a:pPr>
              <a:endParaRPr/>
            </a:p>
          </p:txBody>
        </p:sp>
      </p:grpSp>
      <p:sp>
        <p:nvSpPr>
          <p:cNvPr id="110" name="Freeform 9">
            <a:hlinkClick r:id="rId9" action="ppaction://hlinksldjump"/>
            <a:extLst>
              <a:ext uri="{FF2B5EF4-FFF2-40B4-BE49-F238E27FC236}">
                <a16:creationId xmlns:a16="http://schemas.microsoft.com/office/drawing/2014/main" id="{441761E1-FF92-8A8B-9C9E-214EA502B774}"/>
              </a:ext>
            </a:extLst>
          </p:cNvPr>
          <p:cNvSpPr/>
          <p:nvPr/>
        </p:nvSpPr>
        <p:spPr>
          <a:xfrm>
            <a:off x="10558058" y="2466981"/>
            <a:ext cx="866882" cy="8050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71450" cap="sq">
            <a:solidFill>
              <a:srgbClr val="EBCEC5"/>
            </a:solidFill>
            <a:prstDash val="solid"/>
            <a:miter/>
          </a:ln>
        </p:spPr>
        <p:txBody>
          <a:bodyPr/>
          <a:lstStyle/>
          <a:p>
            <a:endParaRPr lang="he-IL" dirty="0"/>
          </a:p>
        </p:txBody>
      </p:sp>
      <p:sp>
        <p:nvSpPr>
          <p:cNvPr id="112" name="Freeform 38">
            <a:hlinkClick r:id="rId10" action="ppaction://hlinksldjump"/>
            <a:extLst>
              <a:ext uri="{FF2B5EF4-FFF2-40B4-BE49-F238E27FC236}">
                <a16:creationId xmlns:a16="http://schemas.microsoft.com/office/drawing/2014/main" id="{C70DF81F-9786-FE60-F8A7-3A3EBE247DCA}"/>
              </a:ext>
            </a:extLst>
          </p:cNvPr>
          <p:cNvSpPr/>
          <p:nvPr/>
        </p:nvSpPr>
        <p:spPr>
          <a:xfrm>
            <a:off x="10788585" y="2681923"/>
            <a:ext cx="405828" cy="376141"/>
          </a:xfrm>
          <a:custGeom>
            <a:avLst/>
            <a:gdLst/>
            <a:ahLst/>
            <a:cxnLst/>
            <a:rect l="l" t="t" r="r" b="b"/>
            <a:pathLst>
              <a:path w="817105" h="815494">
                <a:moveTo>
                  <a:pt x="0" y="0"/>
                </a:moveTo>
                <a:lnTo>
                  <a:pt x="817104" y="0"/>
                </a:lnTo>
                <a:lnTo>
                  <a:pt x="817104" y="815494"/>
                </a:lnTo>
                <a:lnTo>
                  <a:pt x="0" y="815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13" name="TextBox 46">
            <a:extLst>
              <a:ext uri="{FF2B5EF4-FFF2-40B4-BE49-F238E27FC236}">
                <a16:creationId xmlns:a16="http://schemas.microsoft.com/office/drawing/2014/main" id="{BBC1851A-7D46-E4E6-DC20-62B10649879A}"/>
              </a:ext>
            </a:extLst>
          </p:cNvPr>
          <p:cNvSpPr txBox="1"/>
          <p:nvPr/>
        </p:nvSpPr>
        <p:spPr>
          <a:xfrm>
            <a:off x="10225850" y="3706271"/>
            <a:ext cx="1531297" cy="767261"/>
          </a:xfrm>
          <a:prstGeom prst="rect">
            <a:avLst/>
          </a:prstGeom>
        </p:spPr>
        <p:txBody>
          <a:bodyPr wrap="square" lIns="0" tIns="0" rIns="0" bIns="0" rtlCol="0" anchor="t">
            <a:spAutoFit/>
          </a:bodyPr>
          <a:lstStyle/>
          <a:p>
            <a:pPr algn="ctr">
              <a:lnSpc>
                <a:spcPts val="3219"/>
              </a:lnSpc>
            </a:pPr>
            <a:r>
              <a:rPr lang="en-US" b="1" dirty="0">
                <a:solidFill>
                  <a:srgbClr val="3C3C50"/>
                </a:solidFill>
                <a:latin typeface="Lato Bold"/>
                <a:ea typeface="Lato Bold"/>
                <a:cs typeface="Lato Bold"/>
                <a:sym typeface="Lato Bold"/>
              </a:rPr>
              <a:t>Model Improvement</a:t>
            </a:r>
          </a:p>
        </p:txBody>
      </p:sp>
      <p:sp>
        <p:nvSpPr>
          <p:cNvPr id="114" name="TextBox 58">
            <a:extLst>
              <a:ext uri="{FF2B5EF4-FFF2-40B4-BE49-F238E27FC236}">
                <a16:creationId xmlns:a16="http://schemas.microsoft.com/office/drawing/2014/main" id="{EA307046-4870-879A-CEC6-3E15B0E59EEE}"/>
              </a:ext>
            </a:extLst>
          </p:cNvPr>
          <p:cNvSpPr txBox="1"/>
          <p:nvPr/>
        </p:nvSpPr>
        <p:spPr>
          <a:xfrm>
            <a:off x="10481447" y="3418242"/>
            <a:ext cx="1052147" cy="258276"/>
          </a:xfrm>
          <a:prstGeom prst="rect">
            <a:avLst/>
          </a:prstGeom>
        </p:spPr>
        <p:txBody>
          <a:bodyPr wrap="square" lIns="0" tIns="0" rIns="0" bIns="0" rtlCol="0" anchor="t">
            <a:spAutoFit/>
          </a:bodyPr>
          <a:lstStyle/>
          <a:p>
            <a:pPr algn="ctr">
              <a:lnSpc>
                <a:spcPts val="2239"/>
              </a:lnSpc>
            </a:pPr>
            <a:r>
              <a:rPr lang="en-US" sz="1599" b="1" dirty="0">
                <a:solidFill>
                  <a:srgbClr val="FFFFFF"/>
                </a:solidFill>
                <a:latin typeface="Lato Bold"/>
                <a:ea typeface="Lato Bold"/>
                <a:cs typeface="Lato Bold"/>
                <a:sym typeface="Lato Bold"/>
              </a:rPr>
              <a:t>STEP 5</a:t>
            </a:r>
          </a:p>
        </p:txBody>
      </p:sp>
      <p:pic>
        <p:nvPicPr>
          <p:cNvPr id="116" name="תמונה 115" descr="תמונה שמכילה שחור, חשיכה&#10;&#10;תוכן בינה מלאכותית גנרטיבית עשוי להיות שגוי.">
            <a:extLst>
              <a:ext uri="{FF2B5EF4-FFF2-40B4-BE49-F238E27FC236}">
                <a16:creationId xmlns:a16="http://schemas.microsoft.com/office/drawing/2014/main" id="{8A20218C-C4A9-4220-EE20-AA434C4EE6F8}"/>
              </a:ext>
            </a:extLst>
          </p:cNvPr>
          <p:cNvPicPr>
            <a:picLocks noChangeAspect="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921757" y="2515928"/>
            <a:ext cx="1015406" cy="1015406"/>
          </a:xfrm>
          <a:prstGeom prst="rect">
            <a:avLst/>
          </a:prstGeom>
        </p:spPr>
      </p:pic>
      <p:pic>
        <p:nvPicPr>
          <p:cNvPr id="119" name="תמונה 118" descr="תמונה שמכילה שחור, חשיכה&#10;&#10;תוכן בינה מלאכותית גנרטיבית עשוי להיות שגוי.">
            <a:extLst>
              <a:ext uri="{FF2B5EF4-FFF2-40B4-BE49-F238E27FC236}">
                <a16:creationId xmlns:a16="http://schemas.microsoft.com/office/drawing/2014/main" id="{97484193-EB9F-586D-0F76-D523EF563619}"/>
              </a:ext>
            </a:extLst>
          </p:cNvPr>
          <p:cNvPicPr>
            <a:picLocks noChangeAspect="1"/>
          </p:cNvPicPr>
          <p:nvPr/>
        </p:nvPicPr>
        <p:blipFill>
          <a:blip r:embed="rId11">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421894" y="2511307"/>
            <a:ext cx="1015406" cy="1015406"/>
          </a:xfrm>
          <a:prstGeom prst="rect">
            <a:avLst/>
          </a:prstGeom>
        </p:spPr>
      </p:pic>
      <p:pic>
        <p:nvPicPr>
          <p:cNvPr id="120" name="תמונה 119" descr="תמונה שמכילה שחור, חשיכה&#10;&#10;תוכן בינה מלאכותית גנרטיבית עשוי להיות שגוי.">
            <a:extLst>
              <a:ext uri="{FF2B5EF4-FFF2-40B4-BE49-F238E27FC236}">
                <a16:creationId xmlns:a16="http://schemas.microsoft.com/office/drawing/2014/main" id="{8FC4F32B-5D20-058A-621F-4E58C5B0A787}"/>
              </a:ext>
            </a:extLst>
          </p:cNvPr>
          <p:cNvPicPr>
            <a:picLocks noChangeAspect="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905965" y="2485803"/>
            <a:ext cx="1015406" cy="1015406"/>
          </a:xfrm>
          <a:prstGeom prst="rect">
            <a:avLst/>
          </a:prstGeom>
        </p:spPr>
      </p:pic>
      <p:pic>
        <p:nvPicPr>
          <p:cNvPr id="121" name="תמונה 120" descr="תמונה שמכילה שחור, חשיכה&#10;&#10;תוכן בינה מלאכותית גנרטיבית עשוי להיות שגוי.">
            <a:extLst>
              <a:ext uri="{FF2B5EF4-FFF2-40B4-BE49-F238E27FC236}">
                <a16:creationId xmlns:a16="http://schemas.microsoft.com/office/drawing/2014/main" id="{B4C329F3-12E0-E96D-2719-B97A249FF15B}"/>
              </a:ext>
            </a:extLst>
          </p:cNvPr>
          <p:cNvPicPr>
            <a:picLocks noChangeAspect="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264391" y="2393199"/>
            <a:ext cx="1015406" cy="1015406"/>
          </a:xfrm>
          <a:prstGeom prst="rect">
            <a:avLst/>
          </a:prstGeom>
        </p:spPr>
      </p:pic>
    </p:spTree>
    <p:extLst>
      <p:ext uri="{BB962C8B-B14F-4D97-AF65-F5344CB8AC3E}">
        <p14:creationId xmlns:p14="http://schemas.microsoft.com/office/powerpoint/2010/main" val="364515018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down)">
                                      <p:cBhvr>
                                        <p:cTn id="7" dur="500"/>
                                        <p:tgtEl>
                                          <p:spTgt spid="6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down)">
                                      <p:cBhvr>
                                        <p:cTn id="10" dur="500"/>
                                        <p:tgtEl>
                                          <p:spTgt spid="7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down)">
                                      <p:cBhvr>
                                        <p:cTn id="13" dur="500"/>
                                        <p:tgtEl>
                                          <p:spTgt spid="7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down)">
                                      <p:cBhvr>
                                        <p:cTn id="16" dur="500"/>
                                        <p:tgtEl>
                                          <p:spTgt spid="78"/>
                                        </p:tgtEl>
                                      </p:cBhvr>
                                    </p:animEffect>
                                  </p:childTnLst>
                                </p:cTn>
                              </p:par>
                              <p:par>
                                <p:cTn id="17" presetID="22" presetClass="entr" presetSubtype="4"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wipe(down)">
                                      <p:cBhvr>
                                        <p:cTn id="19" dur="500"/>
                                        <p:tgtEl>
                                          <p:spTgt spid="7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wipe(down)">
                                      <p:cBhvr>
                                        <p:cTn id="22" dur="500"/>
                                        <p:tgtEl>
                                          <p:spTgt spid="8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wipe(down)">
                                      <p:cBhvr>
                                        <p:cTn id="25" dur="500"/>
                                        <p:tgtEl>
                                          <p:spTgt spid="8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7"/>
                                        </p:tgtEl>
                                        <p:attrNameLst>
                                          <p:attrName>style.visibility</p:attrName>
                                        </p:attrNameLst>
                                      </p:cBhvr>
                                      <p:to>
                                        <p:strVal val="visible"/>
                                      </p:to>
                                    </p:set>
                                    <p:animEffect transition="in" filter="wipe(down)">
                                      <p:cBhvr>
                                        <p:cTn id="28" dur="500"/>
                                        <p:tgtEl>
                                          <p:spTgt spid="87"/>
                                        </p:tgtEl>
                                      </p:cBhvr>
                                    </p:animEffect>
                                  </p:childTnLst>
                                </p:cTn>
                              </p:par>
                              <p:par>
                                <p:cTn id="29" presetID="22" presetClass="entr" presetSubtype="4"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wipe(down)">
                                      <p:cBhvr>
                                        <p:cTn id="31" dur="500"/>
                                        <p:tgtEl>
                                          <p:spTgt spid="8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94"/>
                                        </p:tgtEl>
                                        <p:attrNameLst>
                                          <p:attrName>style.visibility</p:attrName>
                                        </p:attrNameLst>
                                      </p:cBhvr>
                                      <p:to>
                                        <p:strVal val="visible"/>
                                      </p:to>
                                    </p:set>
                                    <p:animEffect transition="in" filter="wipe(down)">
                                      <p:cBhvr>
                                        <p:cTn id="34" dur="500"/>
                                        <p:tgtEl>
                                          <p:spTgt spid="9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wipe(down)">
                                      <p:cBhvr>
                                        <p:cTn id="37" dur="500"/>
                                        <p:tgtEl>
                                          <p:spTgt spid="9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96"/>
                                        </p:tgtEl>
                                        <p:attrNameLst>
                                          <p:attrName>style.visibility</p:attrName>
                                        </p:attrNameLst>
                                      </p:cBhvr>
                                      <p:to>
                                        <p:strVal val="visible"/>
                                      </p:to>
                                    </p:set>
                                    <p:animEffect transition="in" filter="wipe(down)">
                                      <p:cBhvr>
                                        <p:cTn id="40" dur="500"/>
                                        <p:tgtEl>
                                          <p:spTgt spid="96"/>
                                        </p:tgtEl>
                                      </p:cBhvr>
                                    </p:animEffect>
                                  </p:childTnLst>
                                </p:cTn>
                              </p:par>
                              <p:par>
                                <p:cTn id="41" presetID="22" presetClass="entr" presetSubtype="4" fill="hold" nodeType="withEffect">
                                  <p:stCondLst>
                                    <p:cond delay="0"/>
                                  </p:stCondLst>
                                  <p:childTnLst>
                                    <p:set>
                                      <p:cBhvr>
                                        <p:cTn id="42" dur="1" fill="hold">
                                          <p:stCondLst>
                                            <p:cond delay="0"/>
                                          </p:stCondLst>
                                        </p:cTn>
                                        <p:tgtEl>
                                          <p:spTgt spid="97"/>
                                        </p:tgtEl>
                                        <p:attrNameLst>
                                          <p:attrName>style.visibility</p:attrName>
                                        </p:attrNameLst>
                                      </p:cBhvr>
                                      <p:to>
                                        <p:strVal val="visible"/>
                                      </p:to>
                                    </p:set>
                                    <p:animEffect transition="in" filter="wipe(down)">
                                      <p:cBhvr>
                                        <p:cTn id="43" dur="500"/>
                                        <p:tgtEl>
                                          <p:spTgt spid="97"/>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03"/>
                                        </p:tgtEl>
                                        <p:attrNameLst>
                                          <p:attrName>style.visibility</p:attrName>
                                        </p:attrNameLst>
                                      </p:cBhvr>
                                      <p:to>
                                        <p:strVal val="visible"/>
                                      </p:to>
                                    </p:set>
                                    <p:animEffect transition="in" filter="wipe(down)">
                                      <p:cBhvr>
                                        <p:cTn id="46" dur="500"/>
                                        <p:tgtEl>
                                          <p:spTgt spid="10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04"/>
                                        </p:tgtEl>
                                        <p:attrNameLst>
                                          <p:attrName>style.visibility</p:attrName>
                                        </p:attrNameLst>
                                      </p:cBhvr>
                                      <p:to>
                                        <p:strVal val="visible"/>
                                      </p:to>
                                    </p:set>
                                    <p:animEffect transition="in" filter="wipe(down)">
                                      <p:cBhvr>
                                        <p:cTn id="49" dur="500"/>
                                        <p:tgtEl>
                                          <p:spTgt spid="104"/>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05"/>
                                        </p:tgtEl>
                                        <p:attrNameLst>
                                          <p:attrName>style.visibility</p:attrName>
                                        </p:attrNameLst>
                                      </p:cBhvr>
                                      <p:to>
                                        <p:strVal val="visible"/>
                                      </p:to>
                                    </p:set>
                                    <p:animEffect transition="in" filter="wipe(down)">
                                      <p:cBhvr>
                                        <p:cTn id="52" dur="500"/>
                                        <p:tgtEl>
                                          <p:spTgt spid="105"/>
                                        </p:tgtEl>
                                      </p:cBhvr>
                                    </p:animEffect>
                                  </p:childTnLst>
                                </p:cTn>
                              </p:par>
                              <p:par>
                                <p:cTn id="53" presetID="22" presetClass="entr" presetSubtype="4" fill="hold" nodeType="withEffect">
                                  <p:stCondLst>
                                    <p:cond delay="0"/>
                                  </p:stCondLst>
                                  <p:childTnLst>
                                    <p:set>
                                      <p:cBhvr>
                                        <p:cTn id="54" dur="1" fill="hold">
                                          <p:stCondLst>
                                            <p:cond delay="0"/>
                                          </p:stCondLst>
                                        </p:cTn>
                                        <p:tgtEl>
                                          <p:spTgt spid="106"/>
                                        </p:tgtEl>
                                        <p:attrNameLst>
                                          <p:attrName>style.visibility</p:attrName>
                                        </p:attrNameLst>
                                      </p:cBhvr>
                                      <p:to>
                                        <p:strVal val="visible"/>
                                      </p:to>
                                    </p:set>
                                    <p:animEffect transition="in" filter="wipe(down)">
                                      <p:cBhvr>
                                        <p:cTn id="55" dur="500"/>
                                        <p:tgtEl>
                                          <p:spTgt spid="106"/>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12"/>
                                        </p:tgtEl>
                                        <p:attrNameLst>
                                          <p:attrName>style.visibility</p:attrName>
                                        </p:attrNameLst>
                                      </p:cBhvr>
                                      <p:to>
                                        <p:strVal val="visible"/>
                                      </p:to>
                                    </p:set>
                                    <p:animEffect transition="in" filter="wipe(down)">
                                      <p:cBhvr>
                                        <p:cTn id="58" dur="500"/>
                                        <p:tgtEl>
                                          <p:spTgt spid="112"/>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13"/>
                                        </p:tgtEl>
                                        <p:attrNameLst>
                                          <p:attrName>style.visibility</p:attrName>
                                        </p:attrNameLst>
                                      </p:cBhvr>
                                      <p:to>
                                        <p:strVal val="visible"/>
                                      </p:to>
                                    </p:set>
                                    <p:animEffect transition="in" filter="wipe(down)">
                                      <p:cBhvr>
                                        <p:cTn id="61" dur="500"/>
                                        <p:tgtEl>
                                          <p:spTgt spid="113"/>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14"/>
                                        </p:tgtEl>
                                        <p:attrNameLst>
                                          <p:attrName>style.visibility</p:attrName>
                                        </p:attrNameLst>
                                      </p:cBhvr>
                                      <p:to>
                                        <p:strVal val="visible"/>
                                      </p:to>
                                    </p:set>
                                    <p:animEffect transition="in" filter="wipe(down)">
                                      <p:cBhvr>
                                        <p:cTn id="64" dur="500"/>
                                        <p:tgtEl>
                                          <p:spTgt spid="114"/>
                                        </p:tgtEl>
                                      </p:cBhvr>
                                    </p:animEffect>
                                  </p:childTnLst>
                                </p:cTn>
                              </p:par>
                              <p:par>
                                <p:cTn id="65" presetID="22" presetClass="entr" presetSubtype="4" fill="hold" nodeType="withEffect">
                                  <p:stCondLst>
                                    <p:cond delay="0"/>
                                  </p:stCondLst>
                                  <p:childTnLst>
                                    <p:set>
                                      <p:cBhvr>
                                        <p:cTn id="66" dur="1" fill="hold">
                                          <p:stCondLst>
                                            <p:cond delay="0"/>
                                          </p:stCondLst>
                                        </p:cTn>
                                        <p:tgtEl>
                                          <p:spTgt spid="116"/>
                                        </p:tgtEl>
                                        <p:attrNameLst>
                                          <p:attrName>style.visibility</p:attrName>
                                        </p:attrNameLst>
                                      </p:cBhvr>
                                      <p:to>
                                        <p:strVal val="visible"/>
                                      </p:to>
                                    </p:set>
                                    <p:animEffect transition="in" filter="wipe(down)">
                                      <p:cBhvr>
                                        <p:cTn id="67" dur="500"/>
                                        <p:tgtEl>
                                          <p:spTgt spid="116"/>
                                        </p:tgtEl>
                                      </p:cBhvr>
                                    </p:animEffect>
                                  </p:childTnLst>
                                </p:cTn>
                              </p:par>
                              <p:par>
                                <p:cTn id="68" presetID="22" presetClass="entr" presetSubtype="4" fill="hold"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wipe(down)">
                                      <p:cBhvr>
                                        <p:cTn id="70" dur="500"/>
                                        <p:tgtEl>
                                          <p:spTgt spid="119"/>
                                        </p:tgtEl>
                                      </p:cBhvr>
                                    </p:animEffect>
                                  </p:childTnLst>
                                </p:cTn>
                              </p:par>
                              <p:par>
                                <p:cTn id="71" presetID="22" presetClass="entr" presetSubtype="4" fill="hold" nodeType="withEffect">
                                  <p:stCondLst>
                                    <p:cond delay="0"/>
                                  </p:stCondLst>
                                  <p:childTnLst>
                                    <p:set>
                                      <p:cBhvr>
                                        <p:cTn id="72" dur="1" fill="hold">
                                          <p:stCondLst>
                                            <p:cond delay="0"/>
                                          </p:stCondLst>
                                        </p:cTn>
                                        <p:tgtEl>
                                          <p:spTgt spid="120"/>
                                        </p:tgtEl>
                                        <p:attrNameLst>
                                          <p:attrName>style.visibility</p:attrName>
                                        </p:attrNameLst>
                                      </p:cBhvr>
                                      <p:to>
                                        <p:strVal val="visible"/>
                                      </p:to>
                                    </p:set>
                                    <p:animEffect transition="in" filter="wipe(down)">
                                      <p:cBhvr>
                                        <p:cTn id="73" dur="500"/>
                                        <p:tgtEl>
                                          <p:spTgt spid="120"/>
                                        </p:tgtEl>
                                      </p:cBhvr>
                                    </p:animEffect>
                                  </p:childTnLst>
                                </p:cTn>
                              </p:par>
                              <p:par>
                                <p:cTn id="74" presetID="22" presetClass="entr" presetSubtype="4" fill="hold" nodeType="withEffect">
                                  <p:stCondLst>
                                    <p:cond delay="0"/>
                                  </p:stCondLst>
                                  <p:childTnLst>
                                    <p:set>
                                      <p:cBhvr>
                                        <p:cTn id="75" dur="1" fill="hold">
                                          <p:stCondLst>
                                            <p:cond delay="0"/>
                                          </p:stCondLst>
                                        </p:cTn>
                                        <p:tgtEl>
                                          <p:spTgt spid="121"/>
                                        </p:tgtEl>
                                        <p:attrNameLst>
                                          <p:attrName>style.visibility</p:attrName>
                                        </p:attrNameLst>
                                      </p:cBhvr>
                                      <p:to>
                                        <p:strVal val="visible"/>
                                      </p:to>
                                    </p:set>
                                    <p:animEffect transition="in" filter="wipe(down)">
                                      <p:cBhvr>
                                        <p:cTn id="76"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p:bldP spid="78" grpId="0"/>
      <p:bldP spid="85" grpId="0" animBg="1"/>
      <p:bldP spid="86" grpId="0"/>
      <p:bldP spid="87" grpId="0"/>
      <p:bldP spid="94" grpId="0" animBg="1"/>
      <p:bldP spid="95" grpId="0"/>
      <p:bldP spid="96" grpId="0"/>
      <p:bldP spid="103" grpId="0" animBg="1"/>
      <p:bldP spid="104" grpId="0"/>
      <p:bldP spid="105" grpId="0"/>
      <p:bldP spid="112" grpId="0" animBg="1"/>
      <p:bldP spid="113" grpId="0"/>
      <p:bldP spid="1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5F46E411-B2D6-37F5-C2BB-70FBBC5E65A5}"/>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CA2B0C47-C00E-26C3-3111-041D0DCE71B4}"/>
              </a:ext>
            </a:extLst>
          </p:cNvPr>
          <p:cNvSpPr txBox="1"/>
          <p:nvPr/>
        </p:nvSpPr>
        <p:spPr>
          <a:xfrm>
            <a:off x="5523722" y="1885564"/>
            <a:ext cx="5786870" cy="3086871"/>
          </a:xfrm>
          <a:prstGeom prst="rect">
            <a:avLst/>
          </a:prstGeom>
          <a:noFill/>
        </p:spPr>
        <p:txBody>
          <a:bodyPr wrap="square">
            <a:spAutoFit/>
          </a:bodyPr>
          <a:lstStyle/>
          <a:p>
            <a:pPr marL="342900" indent="-342900" algn="l" rtl="0">
              <a:lnSpc>
                <a:spcPct val="150000"/>
              </a:lnSpc>
              <a:buFont typeface="Arial" panose="020B0604020202020204" pitchFamily="34" charset="0"/>
              <a:buChar char="•"/>
            </a:pPr>
            <a:r>
              <a:rPr lang="en-US" sz="2200" dirty="0">
                <a:solidFill>
                  <a:schemeClr val="tx2"/>
                </a:solidFill>
              </a:rPr>
              <a:t>Split into Train/Val/Test by speakers to prevent identification based on speaker features.</a:t>
            </a:r>
          </a:p>
          <a:p>
            <a:pPr marL="342900" indent="-342900" algn="l" rtl="0">
              <a:lnSpc>
                <a:spcPct val="150000"/>
              </a:lnSpc>
              <a:buFont typeface="Arial" panose="020B0604020202020204" pitchFamily="34" charset="0"/>
              <a:buChar char="•"/>
            </a:pPr>
            <a:r>
              <a:rPr lang="en-US" sz="2200" dirty="0">
                <a:solidFill>
                  <a:schemeClr val="tx2"/>
                </a:solidFill>
              </a:rPr>
              <a:t>Resampled all clips to 16kHz mono, loudness-normalized to −23 LUFS and padded/truncated each to 4 seconds (64,600 samples).</a:t>
            </a:r>
          </a:p>
        </p:txBody>
      </p:sp>
      <p:sp>
        <p:nvSpPr>
          <p:cNvPr id="3" name="כותרת 1">
            <a:extLst>
              <a:ext uri="{FF2B5EF4-FFF2-40B4-BE49-F238E27FC236}">
                <a16:creationId xmlns:a16="http://schemas.microsoft.com/office/drawing/2014/main" id="{D4590A32-FA51-59D2-DDA3-527B495EC80D}"/>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Audio Preprocessing</a:t>
            </a:r>
            <a:endParaRPr lang="he-IL" dirty="0">
              <a:solidFill>
                <a:srgbClr val="3C2317"/>
              </a:solidFill>
            </a:endParaRPr>
          </a:p>
        </p:txBody>
      </p:sp>
      <p:sp>
        <p:nvSpPr>
          <p:cNvPr id="11" name="מלבן 10">
            <a:extLst>
              <a:ext uri="{FF2B5EF4-FFF2-40B4-BE49-F238E27FC236}">
                <a16:creationId xmlns:a16="http://schemas.microsoft.com/office/drawing/2014/main" id="{6FABC2E3-0606-347A-7CAC-E3FCEC9B1FC2}"/>
              </a:ext>
            </a:extLst>
          </p:cNvPr>
          <p:cNvSpPr/>
          <p:nvPr/>
        </p:nvSpPr>
        <p:spPr>
          <a:xfrm>
            <a:off x="5216399" y="-251926"/>
            <a:ext cx="307323" cy="7361854"/>
          </a:xfrm>
          <a:prstGeom prst="rect">
            <a:avLst/>
          </a:prstGeom>
          <a:solidFill>
            <a:srgbClr val="BCA9A9"/>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DD28F7E-3E82-66ED-4B49-DE0A32CD9F20}"/>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14" name="תמונה 1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BEB6C34F-000C-78A8-FD29-4092C6758C63}"/>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15" name="תמונה 1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A5BD3C2-1431-D41D-DCF7-77C87AFF31B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16" name="תמונה 1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638A94F7-9592-0288-AA9E-3B33B9AE71B5}"/>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18" name="גרפיקה 17" descr="חץ: פניית פרסה אופקית עם מילוי מלא">
            <a:hlinkClick r:id="rId3" action="ppaction://hlinksldjump"/>
            <a:extLst>
              <a:ext uri="{FF2B5EF4-FFF2-40B4-BE49-F238E27FC236}">
                <a16:creationId xmlns:a16="http://schemas.microsoft.com/office/drawing/2014/main" id="{1C6C0DFA-B6FF-42DC-0765-C3C618A2B6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Tree>
    <p:extLst>
      <p:ext uri="{BB962C8B-B14F-4D97-AF65-F5344CB8AC3E}">
        <p14:creationId xmlns:p14="http://schemas.microsoft.com/office/powerpoint/2010/main" val="3998492416"/>
      </p:ext>
    </p:extLst>
  </p:cSld>
  <p:clrMapOvr>
    <a:masterClrMapping/>
  </p:clrMapOvr>
  <p:transition spd="slow">
    <p:cover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3E18-5100-53AF-6DAE-061200F261D1}"/>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009D55C5-A66D-C447-1BF3-EEA2BB92126B}"/>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2B6F88EB-A02E-D5C0-E6C2-33A30B218775}"/>
              </a:ext>
            </a:extLst>
          </p:cNvPr>
          <p:cNvSpPr txBox="1"/>
          <p:nvPr/>
        </p:nvSpPr>
        <p:spPr>
          <a:xfrm>
            <a:off x="5590326" y="1619961"/>
            <a:ext cx="6601674" cy="3594702"/>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Utilizes a 1D CNN-based </a:t>
            </a:r>
            <a:r>
              <a:rPr lang="en-US" sz="2200" dirty="0" err="1">
                <a:solidFill>
                  <a:schemeClr val="tx2"/>
                </a:solidFill>
              </a:rPr>
              <a:t>RawNet</a:t>
            </a:r>
            <a:r>
              <a:rPr lang="en-US" sz="2200" dirty="0">
                <a:solidFill>
                  <a:schemeClr val="tx2"/>
                </a:solidFill>
              </a:rPr>
              <a:t> encoder to extract 1024-dimensional deep embeddings from raw 4-second audio waveforms.</a:t>
            </a:r>
          </a:p>
          <a:p>
            <a:pPr algn="l" rtl="0">
              <a:lnSpc>
                <a:spcPct val="150000"/>
              </a:lnSpc>
              <a:buFont typeface="Arial" panose="020B0604020202020204" pitchFamily="34" charset="0"/>
              <a:buChar char="•"/>
            </a:pPr>
            <a:r>
              <a:rPr lang="en-US" sz="2200" dirty="0">
                <a:solidFill>
                  <a:schemeClr val="tx2"/>
                </a:solidFill>
              </a:rPr>
              <a:t> The encoder employs 3 GRU layers for robust temporal feature learning.</a:t>
            </a:r>
          </a:p>
          <a:p>
            <a:pPr algn="l" rtl="0">
              <a:lnSpc>
                <a:spcPct val="150000"/>
              </a:lnSpc>
              <a:buFont typeface="Arial" panose="020B0604020202020204" pitchFamily="34" charset="0"/>
              <a:buChar char="•"/>
            </a:pPr>
            <a:r>
              <a:rPr lang="en-US" sz="2200" dirty="0">
                <a:solidFill>
                  <a:schemeClr val="tx2"/>
                </a:solidFill>
              </a:rPr>
              <a:t> A linear classifier generates the final binary (Real/Fake) prediction.</a:t>
            </a:r>
          </a:p>
        </p:txBody>
      </p:sp>
      <p:sp>
        <p:nvSpPr>
          <p:cNvPr id="3" name="כותרת 1">
            <a:extLst>
              <a:ext uri="{FF2B5EF4-FFF2-40B4-BE49-F238E27FC236}">
                <a16:creationId xmlns:a16="http://schemas.microsoft.com/office/drawing/2014/main" id="{E4610221-5CA9-2150-2F47-8274A55EECF5}"/>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Model Architecture (CLAD)</a:t>
            </a:r>
            <a:endParaRPr lang="he-IL" dirty="0">
              <a:solidFill>
                <a:srgbClr val="3C2317"/>
              </a:solidFill>
            </a:endParaRPr>
          </a:p>
        </p:txBody>
      </p:sp>
      <p:sp>
        <p:nvSpPr>
          <p:cNvPr id="11" name="מלבן 10">
            <a:extLst>
              <a:ext uri="{FF2B5EF4-FFF2-40B4-BE49-F238E27FC236}">
                <a16:creationId xmlns:a16="http://schemas.microsoft.com/office/drawing/2014/main" id="{A486A155-558F-4CEC-C219-3FCDE0D8B9AE}"/>
              </a:ext>
            </a:extLst>
          </p:cNvPr>
          <p:cNvSpPr/>
          <p:nvPr/>
        </p:nvSpPr>
        <p:spPr>
          <a:xfrm>
            <a:off x="5216399" y="-251926"/>
            <a:ext cx="307323" cy="7361854"/>
          </a:xfrm>
          <a:prstGeom prst="rect">
            <a:avLst/>
          </a:prstGeom>
          <a:solidFill>
            <a:srgbClr val="BFE8F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B1CD1A15-3E0E-E4D7-33C6-A9D2CBCA251C}"/>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53AEB525-328C-0844-8146-C09C11A10EE7}"/>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C920B4C4-FF9A-68F8-6F3B-2C4D4ED83383}"/>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2AE2F319-BB79-68B6-B9DD-B9C4031DF59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409D6CD0-3524-3117-1E3F-3CC0ED10DB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Tree>
    <p:extLst>
      <p:ext uri="{BB962C8B-B14F-4D97-AF65-F5344CB8AC3E}">
        <p14:creationId xmlns:p14="http://schemas.microsoft.com/office/powerpoint/2010/main" val="548067217"/>
      </p:ext>
    </p:extLst>
  </p:cSld>
  <p:clrMapOvr>
    <a:masterClrMapping/>
  </p:clrMapOvr>
  <p:transition spd="slow">
    <p:cover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4347-2A6C-5708-CD27-67513F8E0299}"/>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96488D0F-60F5-4ADD-58B6-FA6EC4743A7A}"/>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B0CA31BC-E4FD-7E07-C073-3C93865D4A59}"/>
              </a:ext>
            </a:extLst>
          </p:cNvPr>
          <p:cNvSpPr txBox="1"/>
          <p:nvPr/>
        </p:nvSpPr>
        <p:spPr>
          <a:xfrm>
            <a:off x="5642122" y="1377733"/>
            <a:ext cx="6483274" cy="3594702"/>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During training, each audio sample is randomly manipulated on-the-fly. This forces the model to learn robust features that can distinguish between real and fake audio — even under distortions.</a:t>
            </a:r>
          </a:p>
          <a:p>
            <a:pPr algn="l" rtl="0">
              <a:lnSpc>
                <a:spcPct val="150000"/>
              </a:lnSpc>
              <a:buFont typeface="Arial" panose="020B0604020202020204" pitchFamily="34" charset="0"/>
              <a:buChar char="•"/>
            </a:pPr>
            <a:r>
              <a:rPr lang="en-US" sz="2200" dirty="0">
                <a:solidFill>
                  <a:schemeClr val="tx2"/>
                </a:solidFill>
              </a:rPr>
              <a:t> The entire training is performed end-to-end using standard cross-entropy loss, without a separate pretraining stage.</a:t>
            </a:r>
          </a:p>
        </p:txBody>
      </p:sp>
      <p:sp>
        <p:nvSpPr>
          <p:cNvPr id="3" name="כותרת 1">
            <a:extLst>
              <a:ext uri="{FF2B5EF4-FFF2-40B4-BE49-F238E27FC236}">
                <a16:creationId xmlns:a16="http://schemas.microsoft.com/office/drawing/2014/main" id="{EA3D857D-0AF7-B26E-CA07-DDD47AB64E99}"/>
              </a:ext>
            </a:extLst>
          </p:cNvPr>
          <p:cNvSpPr txBox="1">
            <a:spLocks/>
          </p:cNvSpPr>
          <p:nvPr/>
        </p:nvSpPr>
        <p:spPr>
          <a:xfrm>
            <a:off x="137080" y="2438067"/>
            <a:ext cx="4745594"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Training </a:t>
            </a:r>
            <a:br>
              <a:rPr lang="en-US" sz="5400" dirty="0">
                <a:solidFill>
                  <a:srgbClr val="3C2317"/>
                </a:solidFill>
              </a:rPr>
            </a:br>
            <a:r>
              <a:rPr lang="en-US" sz="5400" dirty="0">
                <a:solidFill>
                  <a:srgbClr val="3C2317"/>
                </a:solidFill>
              </a:rPr>
              <a:t>&amp; Evaluation</a:t>
            </a:r>
          </a:p>
        </p:txBody>
      </p:sp>
      <p:sp>
        <p:nvSpPr>
          <p:cNvPr id="11" name="מלבן 10">
            <a:extLst>
              <a:ext uri="{FF2B5EF4-FFF2-40B4-BE49-F238E27FC236}">
                <a16:creationId xmlns:a16="http://schemas.microsoft.com/office/drawing/2014/main" id="{8D705DAD-2F05-871B-7395-3774C4873AF3}"/>
              </a:ext>
            </a:extLst>
          </p:cNvPr>
          <p:cNvSpPr/>
          <p:nvPr/>
        </p:nvSpPr>
        <p:spPr>
          <a:xfrm>
            <a:off x="5216399" y="-251926"/>
            <a:ext cx="307323" cy="7361854"/>
          </a:xfrm>
          <a:prstGeom prst="rect">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8C322F3-3B10-3E51-BC5B-64D5ED72139A}"/>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79E89250-B400-A646-3D15-25D32C0D7AAB}"/>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C76A69B6-F04E-A0E3-5F6A-0EDE274EC03E}"/>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D50FBE5-FEF2-37F1-1E62-8A2E30A22DC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41934417-3284-1740-959F-6136018EAF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10" name="מלבן: פינות מעוגלות 9">
            <a:hlinkClick r:id="" action="ppaction://hlinkshowjump?jump=nextslide"/>
            <a:extLst>
              <a:ext uri="{FF2B5EF4-FFF2-40B4-BE49-F238E27FC236}">
                <a16:creationId xmlns:a16="http://schemas.microsoft.com/office/drawing/2014/main" id="{F58BD4DB-2BF0-6389-F762-49AC3AD82FE5}"/>
              </a:ext>
            </a:extLst>
          </p:cNvPr>
          <p:cNvSpPr/>
          <p:nvPr/>
        </p:nvSpPr>
        <p:spPr>
          <a:xfrm>
            <a:off x="5642122" y="5945327"/>
            <a:ext cx="1864245" cy="621697"/>
          </a:xfrm>
          <a:prstGeom prst="roundRect">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solidFill>
                  <a:sysClr val="windowText" lastClr="000000"/>
                </a:solidFill>
              </a:rPr>
              <a:t>The Manipulations</a:t>
            </a:r>
            <a:endParaRPr lang="he-IL" dirty="0">
              <a:solidFill>
                <a:sysClr val="windowText" lastClr="000000"/>
              </a:solidFill>
            </a:endParaRPr>
          </a:p>
        </p:txBody>
      </p:sp>
      <p:sp>
        <p:nvSpPr>
          <p:cNvPr id="12" name="כותרת 1">
            <a:extLst>
              <a:ext uri="{FF2B5EF4-FFF2-40B4-BE49-F238E27FC236}">
                <a16:creationId xmlns:a16="http://schemas.microsoft.com/office/drawing/2014/main" id="{40DBB38F-FBCE-84B7-7F1C-F8165C3B01F0}"/>
              </a:ext>
            </a:extLst>
          </p:cNvPr>
          <p:cNvSpPr>
            <a:spLocks noGrp="1"/>
          </p:cNvSpPr>
          <p:nvPr>
            <p:ph type="title"/>
          </p:nvPr>
        </p:nvSpPr>
        <p:spPr>
          <a:xfrm>
            <a:off x="5885911" y="437092"/>
            <a:ext cx="3240911" cy="940641"/>
          </a:xfrm>
        </p:spPr>
        <p:txBody>
          <a:bodyPr>
            <a:noAutofit/>
          </a:bodyPr>
          <a:lstStyle/>
          <a:p>
            <a:pPr marL="0" indent="0">
              <a:lnSpc>
                <a:spcPct val="90000"/>
              </a:lnSpc>
            </a:pPr>
            <a:r>
              <a:rPr lang="en-US" sz="4000" dirty="0">
                <a:solidFill>
                  <a:srgbClr val="3C2317"/>
                </a:solidFill>
              </a:rPr>
              <a:t>Train</a:t>
            </a:r>
          </a:p>
        </p:txBody>
      </p:sp>
    </p:spTree>
    <p:extLst>
      <p:ext uri="{BB962C8B-B14F-4D97-AF65-F5344CB8AC3E}">
        <p14:creationId xmlns:p14="http://schemas.microsoft.com/office/powerpoint/2010/main" val="136192087"/>
      </p:ext>
    </p:extLst>
  </p:cSld>
  <p:clrMapOvr>
    <a:masterClrMapping/>
  </p:clrMapOvr>
  <p:transition spd="slow">
    <p:cover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EDCC-7691-8C60-76B5-07A6C58C17F3}"/>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B46FC071-0358-416B-BB46-D37CAA8DEC30}"/>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0C2B634F-7F7C-ECD2-0EFF-B134A2687655}"/>
              </a:ext>
            </a:extLst>
          </p:cNvPr>
          <p:cNvSpPr txBox="1">
            <a:spLocks/>
          </p:cNvSpPr>
          <p:nvPr/>
        </p:nvSpPr>
        <p:spPr>
          <a:xfrm>
            <a:off x="137080" y="2438067"/>
            <a:ext cx="4745594"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The Manipulations</a:t>
            </a:r>
          </a:p>
        </p:txBody>
      </p:sp>
      <p:sp>
        <p:nvSpPr>
          <p:cNvPr id="11" name="מלבן 10">
            <a:extLst>
              <a:ext uri="{FF2B5EF4-FFF2-40B4-BE49-F238E27FC236}">
                <a16:creationId xmlns:a16="http://schemas.microsoft.com/office/drawing/2014/main" id="{3A5256E9-FCF6-1BA6-E5F4-981B0B64F7F7}"/>
              </a:ext>
            </a:extLst>
          </p:cNvPr>
          <p:cNvSpPr/>
          <p:nvPr/>
        </p:nvSpPr>
        <p:spPr>
          <a:xfrm>
            <a:off x="5216399" y="-251926"/>
            <a:ext cx="307323" cy="7361854"/>
          </a:xfrm>
          <a:prstGeom prst="rect">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7864A98F-2F98-94EB-ED11-FCBD9D10F536}"/>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A546EA30-BEE6-B5F9-F6ED-D955FAA26275}"/>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1BA54B0-8BF1-10ED-2156-9CA5A1B600B7}"/>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8C00DFE-A93D-733D-81EB-C1CAFFE11736}"/>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 action="ppaction://hlinkshowjump?jump=previousslide"/>
            <a:extLst>
              <a:ext uri="{FF2B5EF4-FFF2-40B4-BE49-F238E27FC236}">
                <a16:creationId xmlns:a16="http://schemas.microsoft.com/office/drawing/2014/main" id="{85DC1CE1-275F-0B3B-E8E2-191705AC36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10996" y="5798976"/>
            <a:ext cx="914400" cy="914400"/>
          </a:xfrm>
          <a:prstGeom prst="rect">
            <a:avLst/>
          </a:prstGeom>
        </p:spPr>
      </p:pic>
      <p:sp>
        <p:nvSpPr>
          <p:cNvPr id="10" name="מלבן: פינות מעוגלות 9">
            <a:extLst>
              <a:ext uri="{FF2B5EF4-FFF2-40B4-BE49-F238E27FC236}">
                <a16:creationId xmlns:a16="http://schemas.microsoft.com/office/drawing/2014/main" id="{299DC7D0-B8A6-7627-8827-D2B4A2981A82}"/>
              </a:ext>
            </a:extLst>
          </p:cNvPr>
          <p:cNvSpPr/>
          <p:nvPr/>
        </p:nvSpPr>
        <p:spPr>
          <a:xfrm>
            <a:off x="7546412" y="5295123"/>
            <a:ext cx="2490698" cy="1418253"/>
          </a:xfrm>
          <a:prstGeom prst="roundRect">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gn="ctr">
              <a:lnSpc>
                <a:spcPct val="150000"/>
              </a:lnSpc>
            </a:pPr>
            <a:r>
              <a:rPr lang="en-US" dirty="0">
                <a:solidFill>
                  <a:sysClr val="windowText" lastClr="000000"/>
                </a:solidFill>
                <a:cs typeface="+mj-cs"/>
              </a:rPr>
              <a:t>Volume Scaling</a:t>
            </a:r>
          </a:p>
          <a:p>
            <a:pPr algn="ctr">
              <a:lnSpc>
                <a:spcPct val="150000"/>
              </a:lnSpc>
            </a:pPr>
            <a:r>
              <a:rPr lang="en-US" dirty="0">
                <a:solidFill>
                  <a:sysClr val="windowText" lastClr="000000"/>
                </a:solidFill>
                <a:cs typeface="+mj-cs"/>
              </a:rPr>
              <a:t>Fades</a:t>
            </a:r>
            <a:endParaRPr lang="he-IL" dirty="0">
              <a:solidFill>
                <a:sysClr val="windowText" lastClr="000000"/>
              </a:solidFill>
              <a:cs typeface="+mj-cs"/>
            </a:endParaRPr>
          </a:p>
          <a:p>
            <a:pPr algn="ctr">
              <a:lnSpc>
                <a:spcPct val="150000"/>
              </a:lnSpc>
            </a:pPr>
            <a:r>
              <a:rPr lang="en-US" dirty="0">
                <a:solidFill>
                  <a:sysClr val="windowText" lastClr="000000"/>
                </a:solidFill>
                <a:cs typeface="+mj-cs"/>
              </a:rPr>
              <a:t>Noise Injection</a:t>
            </a:r>
          </a:p>
        </p:txBody>
      </p:sp>
      <p:sp>
        <p:nvSpPr>
          <p:cNvPr id="9" name="תיבת טקסט 8">
            <a:extLst>
              <a:ext uri="{FF2B5EF4-FFF2-40B4-BE49-F238E27FC236}">
                <a16:creationId xmlns:a16="http://schemas.microsoft.com/office/drawing/2014/main" id="{16516DCD-688F-4738-5C9C-D4877B888601}"/>
              </a:ext>
            </a:extLst>
          </p:cNvPr>
          <p:cNvSpPr txBox="1"/>
          <p:nvPr/>
        </p:nvSpPr>
        <p:spPr>
          <a:xfrm>
            <a:off x="5550124" y="1077878"/>
            <a:ext cx="6483274" cy="4102533"/>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At each iteration, we randomly add 2 out of 3 distortion types (Noise, Volume, Fade) to the audio sample.</a:t>
            </a:r>
          </a:p>
          <a:p>
            <a:pPr algn="l" rtl="0">
              <a:lnSpc>
                <a:spcPct val="150000"/>
              </a:lnSpc>
              <a:buFont typeface="Arial" panose="020B0604020202020204" pitchFamily="34" charset="0"/>
              <a:buChar char="•"/>
            </a:pPr>
            <a:r>
              <a:rPr lang="en-US" sz="2200" dirty="0">
                <a:solidFill>
                  <a:schemeClr val="tx2"/>
                </a:solidFill>
              </a:rPr>
              <a:t> This procedure forces the model to learn strong features, preventing it from relying on superficial cues such as clean audio.</a:t>
            </a:r>
          </a:p>
          <a:p>
            <a:pPr algn="l" rtl="0">
              <a:lnSpc>
                <a:spcPct val="150000"/>
              </a:lnSpc>
              <a:buFont typeface="Arial" panose="020B0604020202020204" pitchFamily="34" charset="0"/>
              <a:buChar char="•"/>
            </a:pPr>
            <a:r>
              <a:rPr lang="en-US" sz="2200" dirty="0">
                <a:solidFill>
                  <a:schemeClr val="tx2"/>
                </a:solidFill>
              </a:rPr>
              <a:t> The manipulations are subtle and designed so as not to distort speech structure or semantics.</a:t>
            </a:r>
            <a:endParaRPr lang="en-US" sz="2200" dirty="0">
              <a:solidFill>
                <a:schemeClr val="tx2"/>
              </a:solidFill>
              <a:highlight>
                <a:srgbClr val="FFFF00"/>
              </a:highlight>
            </a:endParaRPr>
          </a:p>
        </p:txBody>
      </p:sp>
    </p:spTree>
    <p:extLst>
      <p:ext uri="{BB962C8B-B14F-4D97-AF65-F5344CB8AC3E}">
        <p14:creationId xmlns:p14="http://schemas.microsoft.com/office/powerpoint/2010/main" val="2564882997"/>
      </p:ext>
    </p:extLst>
  </p:cSld>
  <p:clrMapOvr>
    <a:masterClrMapping/>
  </p:clrMapOvr>
  <p:transition spd="slow">
    <p:cover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26BB-C747-680A-12EE-D9A251EA5931}"/>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D5D521C4-DD32-3BAF-4330-93E502CC9CAA}"/>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C3C6A37-11C7-6D9C-FD95-297318E6B2B7}"/>
              </a:ext>
            </a:extLst>
          </p:cNvPr>
          <p:cNvSpPr txBox="1"/>
          <p:nvPr/>
        </p:nvSpPr>
        <p:spPr>
          <a:xfrm>
            <a:off x="5642122" y="1377733"/>
            <a:ext cx="6483274" cy="4102533"/>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During the test phase, the model was evaluated on audio samples containing stronger and more targeted manipulations.</a:t>
            </a:r>
          </a:p>
          <a:p>
            <a:pPr algn="l" rtl="0">
              <a:lnSpc>
                <a:spcPct val="150000"/>
              </a:lnSpc>
              <a:buFont typeface="Arial" panose="020B0604020202020204" pitchFamily="34" charset="0"/>
              <a:buChar char="•"/>
            </a:pPr>
            <a:r>
              <a:rPr lang="en-US" sz="2200" dirty="0">
                <a:solidFill>
                  <a:schemeClr val="tx2"/>
                </a:solidFill>
              </a:rPr>
              <a:t> In other words, the evaluation exposed the model to harsher and more challenging conditions than those seen during training — demonstrating true robustness.</a:t>
            </a:r>
          </a:p>
          <a:p>
            <a:pPr algn="l" rtl="0">
              <a:lnSpc>
                <a:spcPct val="150000"/>
              </a:lnSpc>
              <a:buFont typeface="Arial" panose="020B0604020202020204" pitchFamily="34" charset="0"/>
              <a:buChar char="•"/>
            </a:pPr>
            <a:r>
              <a:rPr lang="en-US" sz="2200" dirty="0">
                <a:solidFill>
                  <a:schemeClr val="tx2"/>
                </a:solidFill>
              </a:rPr>
              <a:t> No training or fine-tuning occurs during testing — weights remain frozen </a:t>
            </a:r>
          </a:p>
        </p:txBody>
      </p:sp>
      <p:sp>
        <p:nvSpPr>
          <p:cNvPr id="3" name="כותרת 1">
            <a:extLst>
              <a:ext uri="{FF2B5EF4-FFF2-40B4-BE49-F238E27FC236}">
                <a16:creationId xmlns:a16="http://schemas.microsoft.com/office/drawing/2014/main" id="{1D8877BF-261D-5BF7-E5F0-2978F4C7B6F6}"/>
              </a:ext>
            </a:extLst>
          </p:cNvPr>
          <p:cNvSpPr txBox="1">
            <a:spLocks/>
          </p:cNvSpPr>
          <p:nvPr/>
        </p:nvSpPr>
        <p:spPr>
          <a:xfrm>
            <a:off x="137080" y="2438067"/>
            <a:ext cx="4745594"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Training </a:t>
            </a:r>
            <a:br>
              <a:rPr lang="en-US" sz="5400" dirty="0">
                <a:solidFill>
                  <a:srgbClr val="3C2317"/>
                </a:solidFill>
              </a:rPr>
            </a:br>
            <a:r>
              <a:rPr lang="en-US" sz="5400" dirty="0">
                <a:solidFill>
                  <a:srgbClr val="3C2317"/>
                </a:solidFill>
              </a:rPr>
              <a:t>&amp; Evaluation</a:t>
            </a:r>
          </a:p>
        </p:txBody>
      </p:sp>
      <p:sp>
        <p:nvSpPr>
          <p:cNvPr id="11" name="מלבן 10">
            <a:extLst>
              <a:ext uri="{FF2B5EF4-FFF2-40B4-BE49-F238E27FC236}">
                <a16:creationId xmlns:a16="http://schemas.microsoft.com/office/drawing/2014/main" id="{728A4E99-7A98-42CB-88D4-A05AB0D0B97C}"/>
              </a:ext>
            </a:extLst>
          </p:cNvPr>
          <p:cNvSpPr/>
          <p:nvPr/>
        </p:nvSpPr>
        <p:spPr>
          <a:xfrm>
            <a:off x="5216399" y="-251926"/>
            <a:ext cx="307323" cy="7361854"/>
          </a:xfrm>
          <a:prstGeom prst="rect">
            <a:avLst/>
          </a:prstGeom>
          <a:solidFill>
            <a:srgbClr val="DB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C3ABF09-61D4-434A-614C-9AA3358CBE4E}"/>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1B66DAC9-B17C-2E55-C43D-ABEDA65E3497}"/>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E46B71F0-1981-CF72-8347-80059374EBC1}"/>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8E3ECE2A-81F6-B277-9718-B023BA4E03B4}"/>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64016FB3-6A64-38EF-6565-A8698F19E2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12" name="כותרת 1">
            <a:extLst>
              <a:ext uri="{FF2B5EF4-FFF2-40B4-BE49-F238E27FC236}">
                <a16:creationId xmlns:a16="http://schemas.microsoft.com/office/drawing/2014/main" id="{238ADE42-5113-4EF3-9017-01AFF37B5CBF}"/>
              </a:ext>
            </a:extLst>
          </p:cNvPr>
          <p:cNvSpPr>
            <a:spLocks noGrp="1"/>
          </p:cNvSpPr>
          <p:nvPr>
            <p:ph type="title"/>
          </p:nvPr>
        </p:nvSpPr>
        <p:spPr>
          <a:xfrm>
            <a:off x="5885911" y="437092"/>
            <a:ext cx="3240911" cy="940641"/>
          </a:xfrm>
        </p:spPr>
        <p:txBody>
          <a:bodyPr>
            <a:noAutofit/>
          </a:bodyPr>
          <a:lstStyle/>
          <a:p>
            <a:pPr marL="0" indent="0">
              <a:lnSpc>
                <a:spcPct val="90000"/>
              </a:lnSpc>
            </a:pPr>
            <a:r>
              <a:rPr lang="en-US" sz="4000" dirty="0">
                <a:solidFill>
                  <a:srgbClr val="3C2317"/>
                </a:solidFill>
              </a:rPr>
              <a:t>Test</a:t>
            </a:r>
          </a:p>
        </p:txBody>
      </p:sp>
    </p:spTree>
    <p:extLst>
      <p:ext uri="{BB962C8B-B14F-4D97-AF65-F5344CB8AC3E}">
        <p14:creationId xmlns:p14="http://schemas.microsoft.com/office/powerpoint/2010/main" val="4151730059"/>
      </p:ext>
    </p:extLst>
  </p:cSld>
  <p:clrMapOvr>
    <a:masterClrMapping/>
  </p:clrMapOvr>
  <p:transition spd="slow">
    <p:cover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FD959-B43D-567F-30B1-74F1E0FE1BDE}"/>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6C4F46FD-823D-3EDE-C053-8804F4D9B84C}"/>
              </a:ext>
            </a:extLst>
          </p:cNvPr>
          <p:cNvSpPr/>
          <p:nvPr/>
        </p:nvSpPr>
        <p:spPr>
          <a:xfrm>
            <a:off x="-196645" y="-1178015"/>
            <a:ext cx="2827547"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88D0FC34-BA21-0692-2C1A-32A54C444705}"/>
              </a:ext>
            </a:extLst>
          </p:cNvPr>
          <p:cNvSpPr txBox="1">
            <a:spLocks/>
          </p:cNvSpPr>
          <p:nvPr/>
        </p:nvSpPr>
        <p:spPr>
          <a:xfrm>
            <a:off x="-1063671" y="2491226"/>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Results</a:t>
            </a:r>
            <a:endParaRPr lang="he-IL" dirty="0">
              <a:solidFill>
                <a:srgbClr val="3C2317"/>
              </a:solidFill>
            </a:endParaRPr>
          </a:p>
        </p:txBody>
      </p:sp>
      <p:sp>
        <p:nvSpPr>
          <p:cNvPr id="11" name="מלבן 10">
            <a:extLst>
              <a:ext uri="{FF2B5EF4-FFF2-40B4-BE49-F238E27FC236}">
                <a16:creationId xmlns:a16="http://schemas.microsoft.com/office/drawing/2014/main" id="{EFDE26E0-CDDB-25A1-64B8-9297EE49716C}"/>
              </a:ext>
            </a:extLst>
          </p:cNvPr>
          <p:cNvSpPr/>
          <p:nvPr/>
        </p:nvSpPr>
        <p:spPr>
          <a:xfrm>
            <a:off x="2603429" y="-166982"/>
            <a:ext cx="307323" cy="7361854"/>
          </a:xfrm>
          <a:prstGeom prst="rect">
            <a:avLst/>
          </a:prstGeom>
          <a:solidFill>
            <a:srgbClr val="6F5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73838921-CBEE-3726-987C-A83B33E23587}"/>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C9DDD2FB-B171-0E5E-59B7-36C91081612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24827"/>
          <a:stretch>
            <a:fillRect/>
          </a:stretch>
        </p:blipFill>
        <p:spPr>
          <a:xfrm>
            <a:off x="1429991" y="5297024"/>
            <a:ext cx="1173438"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27C1D4DE-5FF9-84AA-D89B-73F7C9B701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graphicFrame>
        <p:nvGraphicFramePr>
          <p:cNvPr id="9" name="טבלה 8">
            <a:extLst>
              <a:ext uri="{FF2B5EF4-FFF2-40B4-BE49-F238E27FC236}">
                <a16:creationId xmlns:a16="http://schemas.microsoft.com/office/drawing/2014/main" id="{77611C32-9DDC-8340-17AA-4F0FAAA20135}"/>
              </a:ext>
            </a:extLst>
          </p:cNvPr>
          <p:cNvGraphicFramePr>
            <a:graphicFrameLocks noGrp="1"/>
          </p:cNvGraphicFramePr>
          <p:nvPr>
            <p:extLst>
              <p:ext uri="{D42A27DB-BD31-4B8C-83A1-F6EECF244321}">
                <p14:modId xmlns:p14="http://schemas.microsoft.com/office/powerpoint/2010/main" val="772256268"/>
              </p:ext>
            </p:extLst>
          </p:nvPr>
        </p:nvGraphicFramePr>
        <p:xfrm>
          <a:off x="3275717" y="2010784"/>
          <a:ext cx="8510572" cy="2561217"/>
        </p:xfrm>
        <a:graphic>
          <a:graphicData uri="http://schemas.openxmlformats.org/drawingml/2006/table">
            <a:tbl>
              <a:tblPr rtl="1" firstRow="1" bandRow="1">
                <a:tableStyleId>{93296810-A885-4BE3-A3E7-6D5BEEA58F35}</a:tableStyleId>
              </a:tblPr>
              <a:tblGrid>
                <a:gridCol w="1215796">
                  <a:extLst>
                    <a:ext uri="{9D8B030D-6E8A-4147-A177-3AD203B41FA5}">
                      <a16:colId xmlns:a16="http://schemas.microsoft.com/office/drawing/2014/main" val="3639333567"/>
                    </a:ext>
                  </a:extLst>
                </a:gridCol>
                <a:gridCol w="1215796">
                  <a:extLst>
                    <a:ext uri="{9D8B030D-6E8A-4147-A177-3AD203B41FA5}">
                      <a16:colId xmlns:a16="http://schemas.microsoft.com/office/drawing/2014/main" val="191692239"/>
                    </a:ext>
                  </a:extLst>
                </a:gridCol>
                <a:gridCol w="1242210">
                  <a:extLst>
                    <a:ext uri="{9D8B030D-6E8A-4147-A177-3AD203B41FA5}">
                      <a16:colId xmlns:a16="http://schemas.microsoft.com/office/drawing/2014/main" val="1456507014"/>
                    </a:ext>
                  </a:extLst>
                </a:gridCol>
                <a:gridCol w="1189382">
                  <a:extLst>
                    <a:ext uri="{9D8B030D-6E8A-4147-A177-3AD203B41FA5}">
                      <a16:colId xmlns:a16="http://schemas.microsoft.com/office/drawing/2014/main" val="139152529"/>
                    </a:ext>
                  </a:extLst>
                </a:gridCol>
                <a:gridCol w="1129707">
                  <a:extLst>
                    <a:ext uri="{9D8B030D-6E8A-4147-A177-3AD203B41FA5}">
                      <a16:colId xmlns:a16="http://schemas.microsoft.com/office/drawing/2014/main" val="2300839174"/>
                    </a:ext>
                  </a:extLst>
                </a:gridCol>
                <a:gridCol w="1102141">
                  <a:extLst>
                    <a:ext uri="{9D8B030D-6E8A-4147-A177-3AD203B41FA5}">
                      <a16:colId xmlns:a16="http://schemas.microsoft.com/office/drawing/2014/main" val="2980052998"/>
                    </a:ext>
                  </a:extLst>
                </a:gridCol>
                <a:gridCol w="1415540">
                  <a:extLst>
                    <a:ext uri="{9D8B030D-6E8A-4147-A177-3AD203B41FA5}">
                      <a16:colId xmlns:a16="http://schemas.microsoft.com/office/drawing/2014/main" val="3723957591"/>
                    </a:ext>
                  </a:extLst>
                </a:gridCol>
              </a:tblGrid>
              <a:tr h="853739">
                <a:tc>
                  <a:txBody>
                    <a:bodyPr/>
                    <a:lstStyle/>
                    <a:p>
                      <a:pPr algn="ctr" rtl="1"/>
                      <a:r>
                        <a:rPr lang="en-US" sz="2000" b="0" kern="1200" dirty="0">
                          <a:solidFill>
                            <a:schemeClr val="lt1"/>
                          </a:solidFill>
                          <a:effectLst/>
                        </a:rPr>
                        <a:t>Fake F1</a:t>
                      </a:r>
                      <a:endParaRPr lang="he-IL" sz="2000" dirty="0">
                        <a:cs typeface="+mn-cs"/>
                      </a:endParaRPr>
                    </a:p>
                  </a:txBody>
                  <a:tcPr/>
                </a:tc>
                <a:tc>
                  <a:txBody>
                    <a:bodyPr/>
                    <a:lstStyle/>
                    <a:p>
                      <a:pPr algn="ctr" rtl="1"/>
                      <a:r>
                        <a:rPr lang="en-US" sz="2000" b="0" kern="1200" dirty="0">
                          <a:solidFill>
                            <a:schemeClr val="lt1"/>
                          </a:solidFill>
                          <a:effectLst/>
                        </a:rPr>
                        <a:t>Fake Recall</a:t>
                      </a:r>
                      <a:endParaRPr lang="he-IL" sz="2000" dirty="0">
                        <a:cs typeface="+mn-cs"/>
                      </a:endParaRPr>
                    </a:p>
                  </a:txBody>
                  <a:tcPr/>
                </a:tc>
                <a:tc>
                  <a:txBody>
                    <a:bodyPr/>
                    <a:lstStyle/>
                    <a:p>
                      <a:pPr algn="ctr" rtl="1"/>
                      <a:r>
                        <a:rPr lang="en-US" sz="2000" b="0" kern="1200" dirty="0">
                          <a:solidFill>
                            <a:schemeClr val="lt1"/>
                          </a:solidFill>
                          <a:effectLst/>
                        </a:rPr>
                        <a:t>Fake Precision</a:t>
                      </a:r>
                      <a:endParaRPr lang="he-IL" sz="2000" dirty="0">
                        <a:cs typeface="+mn-cs"/>
                      </a:endParaRPr>
                    </a:p>
                  </a:txBody>
                  <a:tcPr/>
                </a:tc>
                <a:tc>
                  <a:txBody>
                    <a:bodyPr/>
                    <a:lstStyle/>
                    <a:p>
                      <a:pPr algn="ctr" rtl="1"/>
                      <a:r>
                        <a:rPr lang="en-US" sz="2000" b="0" kern="1200" dirty="0">
                          <a:solidFill>
                            <a:schemeClr val="lt1"/>
                          </a:solidFill>
                          <a:effectLst/>
                        </a:rPr>
                        <a:t>Accuracy</a:t>
                      </a:r>
                      <a:endParaRPr lang="he-IL" sz="2000" dirty="0">
                        <a:cs typeface="+mn-cs"/>
                      </a:endParaRPr>
                    </a:p>
                  </a:txBody>
                  <a:tcPr/>
                </a:tc>
                <a:tc>
                  <a:txBody>
                    <a:bodyPr/>
                    <a:lstStyle/>
                    <a:p>
                      <a:pPr algn="ctr" rtl="1"/>
                      <a:r>
                        <a:rPr lang="en-US" sz="2000" dirty="0"/>
                        <a:t>Test Set</a:t>
                      </a:r>
                      <a:endParaRPr lang="he-IL" sz="2000" dirty="0">
                        <a:cs typeface="+mn-cs"/>
                      </a:endParaRPr>
                    </a:p>
                  </a:txBody>
                  <a:tcPr/>
                </a:tc>
                <a:tc>
                  <a:txBody>
                    <a:bodyPr/>
                    <a:lstStyle/>
                    <a:p>
                      <a:pPr algn="ctr" rtl="1"/>
                      <a:r>
                        <a:rPr lang="en-US" sz="2000" dirty="0"/>
                        <a:t>Training</a:t>
                      </a:r>
                      <a:endParaRPr lang="he-IL" sz="2000" dirty="0">
                        <a:cs typeface="+mn-cs"/>
                      </a:endParaRPr>
                    </a:p>
                  </a:txBody>
                  <a:tcPr/>
                </a:tc>
                <a:tc>
                  <a:txBody>
                    <a:bodyPr/>
                    <a:lstStyle/>
                    <a:p>
                      <a:pPr algn="ctr" rtl="1"/>
                      <a:r>
                        <a:rPr lang="en-US" sz="2000" dirty="0"/>
                        <a:t>Model</a:t>
                      </a:r>
                      <a:endParaRPr lang="he-IL" sz="2000" dirty="0">
                        <a:cs typeface="+mn-cs"/>
                      </a:endParaRPr>
                    </a:p>
                  </a:txBody>
                  <a:tcPr/>
                </a:tc>
                <a:extLst>
                  <a:ext uri="{0D108BD9-81ED-4DB2-BD59-A6C34878D82A}">
                    <a16:rowId xmlns:a16="http://schemas.microsoft.com/office/drawing/2014/main" val="854029658"/>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93.81%</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91.77%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95.93%</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93.94%</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Robust</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Base CLAD/</a:t>
                      </a:r>
                      <a:br>
                        <a:rPr lang="en-US" sz="1600" b="0" kern="1200" dirty="0">
                          <a:solidFill>
                            <a:schemeClr val="dk1"/>
                          </a:solidFill>
                          <a:effectLst/>
                          <a:latin typeface="+mn-lt"/>
                          <a:ea typeface="+mn-ea"/>
                          <a:cs typeface="+mn-cs"/>
                        </a:rPr>
                      </a:br>
                      <a:r>
                        <a:rPr lang="en-US" sz="1600" b="0" kern="1200" dirty="0" err="1">
                          <a:solidFill>
                            <a:schemeClr val="dk1"/>
                          </a:solidFill>
                          <a:effectLst/>
                          <a:latin typeface="+mn-lt"/>
                          <a:ea typeface="+mn-ea"/>
                          <a:cs typeface="+mn-cs"/>
                        </a:rPr>
                        <a:t>RawNet</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3804517266"/>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87.41%</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79.65%</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96.84%</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88.53%</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Attacked (Hard)</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Robust</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Base CLAD/</a:t>
                      </a:r>
                      <a:br>
                        <a:rPr lang="en-US" sz="1600" b="0" kern="1200" dirty="0">
                          <a:solidFill>
                            <a:schemeClr val="dk1"/>
                          </a:solidFill>
                          <a:effectLst/>
                          <a:latin typeface="+mn-lt"/>
                          <a:ea typeface="+mn-ea"/>
                          <a:cs typeface="+mn-cs"/>
                        </a:rPr>
                      </a:br>
                      <a:r>
                        <a:rPr lang="en-US" sz="1600" b="0" kern="1200" dirty="0" err="1">
                          <a:solidFill>
                            <a:schemeClr val="dk1"/>
                          </a:solidFill>
                          <a:effectLst/>
                          <a:latin typeface="+mn-lt"/>
                          <a:ea typeface="+mn-ea"/>
                          <a:cs typeface="+mn-cs"/>
                        </a:rPr>
                        <a:t>RawNet</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2385022875"/>
                  </a:ext>
                </a:extLst>
              </a:tr>
            </a:tbl>
          </a:graphicData>
        </a:graphic>
      </p:graphicFrame>
    </p:spTree>
    <p:extLst>
      <p:ext uri="{BB962C8B-B14F-4D97-AF65-F5344CB8AC3E}">
        <p14:creationId xmlns:p14="http://schemas.microsoft.com/office/powerpoint/2010/main" val="515639382"/>
      </p:ext>
    </p:extLst>
  </p:cSld>
  <p:clrMapOvr>
    <a:masterClrMapping/>
  </p:clrMapOvr>
  <p:transition spd="slow">
    <p:cover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038A0-C8B3-4586-ED33-C3A4795742C4}"/>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784DFEE3-B83E-9AA5-61E3-DCB080A48169}"/>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2FBA77BD-5C41-1B0A-AAB4-DF29C3E8C97E}"/>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Comparing to CNN</a:t>
            </a:r>
            <a:endParaRPr lang="he-IL" dirty="0">
              <a:solidFill>
                <a:srgbClr val="3C2317"/>
              </a:solidFill>
            </a:endParaRPr>
          </a:p>
        </p:txBody>
      </p:sp>
      <p:sp>
        <p:nvSpPr>
          <p:cNvPr id="11" name="מלבן 10">
            <a:extLst>
              <a:ext uri="{FF2B5EF4-FFF2-40B4-BE49-F238E27FC236}">
                <a16:creationId xmlns:a16="http://schemas.microsoft.com/office/drawing/2014/main" id="{2F96A546-AA2C-6768-5CB6-0B66DEC12624}"/>
              </a:ext>
            </a:extLst>
          </p:cNvPr>
          <p:cNvSpPr/>
          <p:nvPr/>
        </p:nvSpPr>
        <p:spPr>
          <a:xfrm>
            <a:off x="5216399" y="-251926"/>
            <a:ext cx="307323" cy="7361854"/>
          </a:xfrm>
          <a:prstGeom prst="rect">
            <a:avLst/>
          </a:prstGeom>
          <a:solidFill>
            <a:srgbClr val="6F5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BAA6019D-4DC6-4CFE-9243-3C96D6FB4E2D}"/>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EBCC1D8E-19F9-D1BA-5B32-8BCB6C982B14}"/>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46A37E8-074A-AD6B-8680-888E92CB7C8D}"/>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101A5150-95D9-B99B-061E-EFD06F67E0A8}"/>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FAE4F623-F3BE-D681-253E-32942929A6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9" name="תיבת טקסט 8">
            <a:extLst>
              <a:ext uri="{FF2B5EF4-FFF2-40B4-BE49-F238E27FC236}">
                <a16:creationId xmlns:a16="http://schemas.microsoft.com/office/drawing/2014/main" id="{AF0C2210-85C8-8622-7462-3A89C3CDE16F}"/>
              </a:ext>
            </a:extLst>
          </p:cNvPr>
          <p:cNvSpPr txBox="1"/>
          <p:nvPr/>
        </p:nvSpPr>
        <p:spPr>
          <a:xfrm>
            <a:off x="5708726" y="1089046"/>
            <a:ext cx="6483274" cy="5118196"/>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The CNN model operates on mel-spectrograms - 2D representations of audio where time and frequency form an image-like structure. This allows the model to apply convolutional layers for classification.</a:t>
            </a:r>
          </a:p>
          <a:p>
            <a:pPr algn="l" rtl="0">
              <a:lnSpc>
                <a:spcPct val="150000"/>
              </a:lnSpc>
              <a:buFont typeface="Arial" panose="020B0604020202020204" pitchFamily="34" charset="0"/>
              <a:buChar char="•"/>
            </a:pPr>
            <a:r>
              <a:rPr lang="en-US" sz="2200" dirty="0">
                <a:solidFill>
                  <a:schemeClr val="tx2"/>
                </a:solidFill>
              </a:rPr>
              <a:t> Two CNN models were trained:</a:t>
            </a:r>
          </a:p>
          <a:p>
            <a:pPr marL="800100" lvl="1" indent="-342900" algn="l" rtl="0">
              <a:lnSpc>
                <a:spcPct val="150000"/>
              </a:lnSpc>
              <a:buFont typeface="Courier New" panose="02070309020205020404" pitchFamily="49" charset="0"/>
              <a:buChar char="o"/>
            </a:pPr>
            <a:r>
              <a:rPr lang="en-US" sz="2200" dirty="0">
                <a:solidFill>
                  <a:schemeClr val="tx2"/>
                </a:solidFill>
              </a:rPr>
              <a:t> Clean-trained CNN — trained solely on clean mel-spectrograms without any augmentations.</a:t>
            </a:r>
          </a:p>
          <a:p>
            <a:pPr marL="800100" lvl="1" indent="-342900" algn="l" rtl="0">
              <a:lnSpc>
                <a:spcPct val="150000"/>
              </a:lnSpc>
              <a:buFont typeface="Courier New" panose="02070309020205020404" pitchFamily="49" charset="0"/>
              <a:buChar char="o"/>
            </a:pPr>
            <a:r>
              <a:rPr lang="en-US" sz="2200" dirty="0">
                <a:solidFill>
                  <a:schemeClr val="tx2"/>
                </a:solidFill>
              </a:rPr>
              <a:t> Augmented CNN — trained on mel-spectrograms with the same manipulations used during CLAD training.</a:t>
            </a:r>
          </a:p>
        </p:txBody>
      </p:sp>
    </p:spTree>
    <p:extLst>
      <p:ext uri="{BB962C8B-B14F-4D97-AF65-F5344CB8AC3E}">
        <p14:creationId xmlns:p14="http://schemas.microsoft.com/office/powerpoint/2010/main" val="3100776163"/>
      </p:ext>
    </p:extLst>
  </p:cSld>
  <p:clrMapOvr>
    <a:masterClrMapping/>
  </p:clrMapOvr>
  <p:transition spd="slow">
    <p:cover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4A75-475E-2F94-6190-E31010930424}"/>
            </a:ext>
          </a:extLst>
        </p:cNvPr>
        <p:cNvGrpSpPr/>
        <p:nvPr/>
      </p:nvGrpSpPr>
      <p:grpSpPr>
        <a:xfrm>
          <a:off x="0" y="0"/>
          <a:ext cx="0" cy="0"/>
          <a:chOff x="0" y="0"/>
          <a:chExt cx="0" cy="0"/>
        </a:xfrm>
      </p:grpSpPr>
      <p:pic>
        <p:nvPicPr>
          <p:cNvPr id="8" name="גרפיקה 7" descr="חץ: פניית פרסה אופקית עם מילוי מלא">
            <a:hlinkClick r:id="rId2" action="ppaction://hlinksldjump"/>
            <a:extLst>
              <a:ext uri="{FF2B5EF4-FFF2-40B4-BE49-F238E27FC236}">
                <a16:creationId xmlns:a16="http://schemas.microsoft.com/office/drawing/2014/main" id="{45B75760-2030-099C-AE0C-6B8EBA8C92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10996" y="5798976"/>
            <a:ext cx="914400" cy="914400"/>
          </a:xfrm>
          <a:prstGeom prst="rect">
            <a:avLst/>
          </a:prstGeom>
        </p:spPr>
      </p:pic>
      <p:sp>
        <p:nvSpPr>
          <p:cNvPr id="3" name="מלבן: פינות מעוגלות 2">
            <a:extLst>
              <a:ext uri="{FF2B5EF4-FFF2-40B4-BE49-F238E27FC236}">
                <a16:creationId xmlns:a16="http://schemas.microsoft.com/office/drawing/2014/main" id="{9BCEA0C1-E969-76C1-2297-A2EEC3F21DA3}"/>
              </a:ext>
            </a:extLst>
          </p:cNvPr>
          <p:cNvSpPr/>
          <p:nvPr/>
        </p:nvSpPr>
        <p:spPr>
          <a:xfrm>
            <a:off x="-196645" y="-1178015"/>
            <a:ext cx="2827547"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כותרת 1">
            <a:extLst>
              <a:ext uri="{FF2B5EF4-FFF2-40B4-BE49-F238E27FC236}">
                <a16:creationId xmlns:a16="http://schemas.microsoft.com/office/drawing/2014/main" id="{29BCBF10-8167-6081-FF70-BE34B407A4C4}"/>
              </a:ext>
            </a:extLst>
          </p:cNvPr>
          <p:cNvSpPr txBox="1">
            <a:spLocks/>
          </p:cNvSpPr>
          <p:nvPr/>
        </p:nvSpPr>
        <p:spPr>
          <a:xfrm>
            <a:off x="-1063671" y="2491226"/>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Results</a:t>
            </a:r>
            <a:endParaRPr lang="he-IL" dirty="0">
              <a:solidFill>
                <a:srgbClr val="3C2317"/>
              </a:solidFill>
            </a:endParaRPr>
          </a:p>
        </p:txBody>
      </p:sp>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608D5D6-30E6-78ED-7FB1-90F0CDAF8F89}"/>
              </a:ext>
            </a:extLst>
          </p:cNvPr>
          <p:cNvPicPr>
            <a:picLocks noChangeAspect="1"/>
          </p:cNvPicPr>
          <p:nvPr/>
        </p:nvPicPr>
        <p:blipFill>
          <a:blip r:embed="rId5">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1FC8F9C5-E6CC-0FA7-A5EE-6025ED28E008}"/>
              </a:ext>
            </a:extLst>
          </p:cNvPr>
          <p:cNvPicPr>
            <a:picLocks noChangeAspect="1"/>
          </p:cNvPicPr>
          <p:nvPr/>
        </p:nvPicPr>
        <p:blipFill>
          <a:blip r:embed="rId5">
            <a:duotone>
              <a:prstClr val="black"/>
              <a:srgbClr val="3C2317">
                <a:tint val="45000"/>
                <a:satMod val="400000"/>
              </a:srgbClr>
            </a:duotone>
            <a:extLst>
              <a:ext uri="{28A0092B-C50C-407E-A947-70E740481C1C}">
                <a14:useLocalDpi xmlns:a14="http://schemas.microsoft.com/office/drawing/2010/main" val="0"/>
              </a:ext>
            </a:extLst>
          </a:blip>
          <a:srcRect r="24827"/>
          <a:stretch>
            <a:fillRect/>
          </a:stretch>
        </p:blipFill>
        <p:spPr>
          <a:xfrm>
            <a:off x="1429991" y="5297024"/>
            <a:ext cx="1173438" cy="1560976"/>
          </a:xfrm>
          <a:prstGeom prst="rect">
            <a:avLst/>
          </a:prstGeom>
        </p:spPr>
      </p:pic>
      <p:sp>
        <p:nvSpPr>
          <p:cNvPr id="7" name="מלבן 6">
            <a:extLst>
              <a:ext uri="{FF2B5EF4-FFF2-40B4-BE49-F238E27FC236}">
                <a16:creationId xmlns:a16="http://schemas.microsoft.com/office/drawing/2014/main" id="{59AF9D54-5801-46F5-3377-28374E9407AB}"/>
              </a:ext>
            </a:extLst>
          </p:cNvPr>
          <p:cNvSpPr/>
          <p:nvPr/>
        </p:nvSpPr>
        <p:spPr>
          <a:xfrm>
            <a:off x="2603429" y="-166982"/>
            <a:ext cx="307323" cy="7361854"/>
          </a:xfrm>
          <a:prstGeom prst="rect">
            <a:avLst/>
          </a:prstGeom>
          <a:solidFill>
            <a:srgbClr val="6F585B"/>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2" name="טבלה 1">
            <a:extLst>
              <a:ext uri="{FF2B5EF4-FFF2-40B4-BE49-F238E27FC236}">
                <a16:creationId xmlns:a16="http://schemas.microsoft.com/office/drawing/2014/main" id="{1C82E2B4-C27F-81BD-B440-891F8D334E8E}"/>
              </a:ext>
            </a:extLst>
          </p:cNvPr>
          <p:cNvGraphicFramePr>
            <a:graphicFrameLocks noGrp="1"/>
          </p:cNvGraphicFramePr>
          <p:nvPr>
            <p:extLst>
              <p:ext uri="{D42A27DB-BD31-4B8C-83A1-F6EECF244321}">
                <p14:modId xmlns:p14="http://schemas.microsoft.com/office/powerpoint/2010/main" val="2603914816"/>
              </p:ext>
            </p:extLst>
          </p:nvPr>
        </p:nvGraphicFramePr>
        <p:xfrm>
          <a:off x="3285048" y="1294652"/>
          <a:ext cx="8510572" cy="4268695"/>
        </p:xfrm>
        <a:graphic>
          <a:graphicData uri="http://schemas.openxmlformats.org/drawingml/2006/table">
            <a:tbl>
              <a:tblPr rtl="1" firstRow="1" bandRow="1">
                <a:tableStyleId>{93296810-A885-4BE3-A3E7-6D5BEEA58F35}</a:tableStyleId>
              </a:tblPr>
              <a:tblGrid>
                <a:gridCol w="1215796">
                  <a:extLst>
                    <a:ext uri="{9D8B030D-6E8A-4147-A177-3AD203B41FA5}">
                      <a16:colId xmlns:a16="http://schemas.microsoft.com/office/drawing/2014/main" val="3639333567"/>
                    </a:ext>
                  </a:extLst>
                </a:gridCol>
                <a:gridCol w="1215796">
                  <a:extLst>
                    <a:ext uri="{9D8B030D-6E8A-4147-A177-3AD203B41FA5}">
                      <a16:colId xmlns:a16="http://schemas.microsoft.com/office/drawing/2014/main" val="191692239"/>
                    </a:ext>
                  </a:extLst>
                </a:gridCol>
                <a:gridCol w="1242210">
                  <a:extLst>
                    <a:ext uri="{9D8B030D-6E8A-4147-A177-3AD203B41FA5}">
                      <a16:colId xmlns:a16="http://schemas.microsoft.com/office/drawing/2014/main" val="1456507014"/>
                    </a:ext>
                  </a:extLst>
                </a:gridCol>
                <a:gridCol w="1189382">
                  <a:extLst>
                    <a:ext uri="{9D8B030D-6E8A-4147-A177-3AD203B41FA5}">
                      <a16:colId xmlns:a16="http://schemas.microsoft.com/office/drawing/2014/main" val="139152529"/>
                    </a:ext>
                  </a:extLst>
                </a:gridCol>
                <a:gridCol w="1129707">
                  <a:extLst>
                    <a:ext uri="{9D8B030D-6E8A-4147-A177-3AD203B41FA5}">
                      <a16:colId xmlns:a16="http://schemas.microsoft.com/office/drawing/2014/main" val="2300839174"/>
                    </a:ext>
                  </a:extLst>
                </a:gridCol>
                <a:gridCol w="1102141">
                  <a:extLst>
                    <a:ext uri="{9D8B030D-6E8A-4147-A177-3AD203B41FA5}">
                      <a16:colId xmlns:a16="http://schemas.microsoft.com/office/drawing/2014/main" val="2980052998"/>
                    </a:ext>
                  </a:extLst>
                </a:gridCol>
                <a:gridCol w="1415540">
                  <a:extLst>
                    <a:ext uri="{9D8B030D-6E8A-4147-A177-3AD203B41FA5}">
                      <a16:colId xmlns:a16="http://schemas.microsoft.com/office/drawing/2014/main" val="3723957591"/>
                    </a:ext>
                  </a:extLst>
                </a:gridCol>
              </a:tblGrid>
              <a:tr h="853739">
                <a:tc>
                  <a:txBody>
                    <a:bodyPr/>
                    <a:lstStyle/>
                    <a:p>
                      <a:pPr algn="ctr" rtl="1"/>
                      <a:r>
                        <a:rPr lang="en-US" sz="2000" b="0" kern="1200" dirty="0">
                          <a:solidFill>
                            <a:schemeClr val="lt1"/>
                          </a:solidFill>
                          <a:effectLst/>
                        </a:rPr>
                        <a:t>Fake F1</a:t>
                      </a:r>
                      <a:endParaRPr lang="he-IL" sz="2000" dirty="0">
                        <a:cs typeface="+mn-cs"/>
                      </a:endParaRPr>
                    </a:p>
                  </a:txBody>
                  <a:tcPr/>
                </a:tc>
                <a:tc>
                  <a:txBody>
                    <a:bodyPr/>
                    <a:lstStyle/>
                    <a:p>
                      <a:pPr algn="ctr" rtl="1"/>
                      <a:r>
                        <a:rPr lang="en-US" sz="2000" b="0" kern="1200" dirty="0">
                          <a:solidFill>
                            <a:schemeClr val="lt1"/>
                          </a:solidFill>
                          <a:effectLst/>
                        </a:rPr>
                        <a:t>Fake Recall</a:t>
                      </a:r>
                      <a:endParaRPr lang="he-IL" sz="2000" dirty="0">
                        <a:cs typeface="+mn-cs"/>
                      </a:endParaRPr>
                    </a:p>
                  </a:txBody>
                  <a:tcPr/>
                </a:tc>
                <a:tc>
                  <a:txBody>
                    <a:bodyPr/>
                    <a:lstStyle/>
                    <a:p>
                      <a:pPr algn="ctr" rtl="1"/>
                      <a:r>
                        <a:rPr lang="en-US" sz="2000" b="0" kern="1200" dirty="0">
                          <a:solidFill>
                            <a:schemeClr val="lt1"/>
                          </a:solidFill>
                          <a:effectLst/>
                        </a:rPr>
                        <a:t>Fake Precision</a:t>
                      </a:r>
                      <a:endParaRPr lang="he-IL" sz="2000" dirty="0">
                        <a:cs typeface="+mn-cs"/>
                      </a:endParaRPr>
                    </a:p>
                  </a:txBody>
                  <a:tcPr/>
                </a:tc>
                <a:tc>
                  <a:txBody>
                    <a:bodyPr/>
                    <a:lstStyle/>
                    <a:p>
                      <a:pPr algn="ctr" rtl="1"/>
                      <a:r>
                        <a:rPr lang="en-US" sz="2000" b="0" kern="1200" dirty="0">
                          <a:solidFill>
                            <a:schemeClr val="lt1"/>
                          </a:solidFill>
                          <a:effectLst/>
                        </a:rPr>
                        <a:t>Accuracy</a:t>
                      </a:r>
                      <a:endParaRPr lang="he-IL" sz="2000" dirty="0">
                        <a:cs typeface="+mn-cs"/>
                      </a:endParaRPr>
                    </a:p>
                  </a:txBody>
                  <a:tcPr/>
                </a:tc>
                <a:tc>
                  <a:txBody>
                    <a:bodyPr/>
                    <a:lstStyle/>
                    <a:p>
                      <a:pPr algn="ctr" rtl="1"/>
                      <a:r>
                        <a:rPr lang="en-US" sz="2000" dirty="0"/>
                        <a:t>Test Set</a:t>
                      </a:r>
                      <a:endParaRPr lang="he-IL" sz="2000" dirty="0">
                        <a:cs typeface="+mn-cs"/>
                      </a:endParaRPr>
                    </a:p>
                  </a:txBody>
                  <a:tcPr/>
                </a:tc>
                <a:tc>
                  <a:txBody>
                    <a:bodyPr/>
                    <a:lstStyle/>
                    <a:p>
                      <a:pPr algn="ctr" rtl="1"/>
                      <a:r>
                        <a:rPr lang="en-US" sz="2000" dirty="0"/>
                        <a:t>Training</a:t>
                      </a:r>
                      <a:endParaRPr lang="he-IL" sz="2000" dirty="0">
                        <a:cs typeface="+mn-cs"/>
                      </a:endParaRPr>
                    </a:p>
                  </a:txBody>
                  <a:tcPr/>
                </a:tc>
                <a:tc>
                  <a:txBody>
                    <a:bodyPr/>
                    <a:lstStyle/>
                    <a:p>
                      <a:pPr algn="ctr" rtl="1"/>
                      <a:r>
                        <a:rPr lang="en-US" sz="2000" dirty="0"/>
                        <a:t>Model</a:t>
                      </a:r>
                      <a:endParaRPr lang="he-IL" sz="2000" dirty="0">
                        <a:cs typeface="+mn-cs"/>
                      </a:endParaRPr>
                    </a:p>
                  </a:txBody>
                  <a:tcPr/>
                </a:tc>
                <a:extLst>
                  <a:ext uri="{0D108BD9-81ED-4DB2-BD59-A6C34878D82A}">
                    <a16:rowId xmlns:a16="http://schemas.microsoft.com/office/drawing/2014/main" val="854029658"/>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97.44%</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98.7%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96.2%</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97.4%</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a:solidFill>
                            <a:schemeClr val="dk1"/>
                          </a:solidFill>
                          <a:effectLst/>
                          <a:latin typeface="+mn-lt"/>
                          <a:ea typeface="+mn-ea"/>
                          <a:cs typeface="+mn-cs"/>
                        </a:rPr>
                        <a:t>Baseline CNN</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3804517266"/>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70.46%</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72.29%</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68.72%</a:t>
                      </a:r>
                    </a:p>
                  </a:txBody>
                  <a:tcPr/>
                </a:tc>
                <a:tc>
                  <a:txBody>
                    <a:bodyPr/>
                    <a:lstStyle/>
                    <a:p>
                      <a:pPr marL="0" algn="l" defTabSz="914400" rtl="1" eaLnBrk="1" latinLnBrk="0" hangingPunct="1"/>
                      <a:r>
                        <a:rPr lang="he-IL" sz="2000" b="1" kern="1200" dirty="0">
                          <a:solidFill>
                            <a:schemeClr val="dk1"/>
                          </a:solidFill>
                          <a:effectLst/>
                          <a:highlight>
                            <a:srgbClr val="FFFF00"/>
                          </a:highlight>
                          <a:latin typeface="+mn-lt"/>
                          <a:ea typeface="+mn-ea"/>
                          <a:cs typeface="+mn-cs"/>
                        </a:rPr>
                        <a:t>69.7%</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Attacked (Hard)</a:t>
                      </a:r>
                      <a:endParaRPr lang="he-IL" sz="1600" b="0" kern="1200" dirty="0">
                        <a:solidFill>
                          <a:schemeClr val="dk1"/>
                        </a:solidFill>
                        <a:effectLst/>
                        <a:latin typeface="+mn-lt"/>
                        <a:ea typeface="+mn-ea"/>
                        <a:cs typeface="+mn-cs"/>
                      </a:endParaRPr>
                    </a:p>
                  </a:txBody>
                  <a:tcPr/>
                </a:tc>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Baseline CNN</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2385022875"/>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97.44%</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98.7%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96.2%</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97.4%</a:t>
                      </a:r>
                    </a:p>
                  </a:txBody>
                  <a:tcPr/>
                </a:tc>
                <a:tc>
                  <a:txBody>
                    <a:bodyPr/>
                    <a:lstStyle/>
                    <a:p>
                      <a:pPr rtl="1"/>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rtl="1"/>
                      <a:r>
                        <a:rPr lang="en-US" sz="1600" b="0" kern="1200" dirty="0">
                          <a:solidFill>
                            <a:schemeClr val="dk1"/>
                          </a:solidFill>
                          <a:effectLst/>
                          <a:latin typeface="+mn-lt"/>
                          <a:ea typeface="+mn-ea"/>
                          <a:cs typeface="+mn-cs"/>
                        </a:rPr>
                        <a:t>Robust</a:t>
                      </a:r>
                      <a:endParaRPr lang="he-IL" sz="1600" b="0" kern="1200" dirty="0">
                        <a:solidFill>
                          <a:schemeClr val="dk1"/>
                        </a:solidFill>
                        <a:effectLst/>
                        <a:latin typeface="+mn-lt"/>
                        <a:ea typeface="+mn-ea"/>
                        <a:cs typeface="+mn-cs"/>
                      </a:endParaRPr>
                    </a:p>
                  </a:txBody>
                  <a:tcPr/>
                </a:tc>
                <a:tc>
                  <a:txBody>
                    <a:bodyPr/>
                    <a:lstStyle/>
                    <a:p>
                      <a:pPr rtl="1"/>
                      <a:r>
                        <a:rPr lang="en-US" sz="1600" b="0" kern="1200" dirty="0">
                          <a:solidFill>
                            <a:schemeClr val="dk1"/>
                          </a:solidFill>
                          <a:effectLst/>
                          <a:latin typeface="+mn-lt"/>
                          <a:ea typeface="+mn-ea"/>
                          <a:cs typeface="+mn-cs"/>
                        </a:rPr>
                        <a:t>Robust CNN</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2853135420"/>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66.07%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64.07%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68.2%</a:t>
                      </a:r>
                    </a:p>
                  </a:txBody>
                  <a:tcPr/>
                </a:tc>
                <a:tc>
                  <a:txBody>
                    <a:bodyPr/>
                    <a:lstStyle/>
                    <a:p>
                      <a:pPr marL="0" algn="l" defTabSz="914400" rtl="1" eaLnBrk="1" latinLnBrk="0" hangingPunct="1"/>
                      <a:r>
                        <a:rPr lang="he-IL" sz="2000" b="1" kern="1200" dirty="0">
                          <a:solidFill>
                            <a:schemeClr val="dk1"/>
                          </a:solidFill>
                          <a:effectLst/>
                          <a:highlight>
                            <a:srgbClr val="FFFF00"/>
                          </a:highlight>
                          <a:latin typeface="+mn-lt"/>
                          <a:ea typeface="+mn-ea"/>
                          <a:cs typeface="+mn-cs"/>
                        </a:rPr>
                        <a:t>67.1%</a:t>
                      </a:r>
                    </a:p>
                  </a:txBody>
                  <a:tcPr/>
                </a:tc>
                <a:tc>
                  <a:txBody>
                    <a:bodyPr/>
                    <a:lstStyle/>
                    <a:p>
                      <a:pPr rtl="1"/>
                      <a:r>
                        <a:rPr lang="en-US" sz="1600" b="0" kern="1200" dirty="0">
                          <a:solidFill>
                            <a:schemeClr val="dk1"/>
                          </a:solidFill>
                          <a:effectLst/>
                          <a:latin typeface="+mn-lt"/>
                          <a:ea typeface="+mn-ea"/>
                          <a:cs typeface="+mn-cs"/>
                        </a:rPr>
                        <a:t>Attacked (Hard)</a:t>
                      </a:r>
                      <a:endParaRPr lang="he-IL" sz="1600" b="0" kern="1200" dirty="0">
                        <a:solidFill>
                          <a:schemeClr val="dk1"/>
                        </a:solidFill>
                        <a:effectLst/>
                        <a:latin typeface="+mn-lt"/>
                        <a:ea typeface="+mn-ea"/>
                        <a:cs typeface="+mn-cs"/>
                      </a:endParaRPr>
                    </a:p>
                  </a:txBody>
                  <a:tcPr/>
                </a:tc>
                <a:tc>
                  <a:txBody>
                    <a:bodyPr/>
                    <a:lstStyle/>
                    <a:p>
                      <a:pPr rtl="1"/>
                      <a:r>
                        <a:rPr lang="en-US" sz="1600" b="0" kern="1200" dirty="0">
                          <a:solidFill>
                            <a:schemeClr val="dk1"/>
                          </a:solidFill>
                          <a:effectLst/>
                          <a:latin typeface="+mn-lt"/>
                          <a:ea typeface="+mn-ea"/>
                          <a:cs typeface="+mn-cs"/>
                        </a:rPr>
                        <a:t>Robust</a:t>
                      </a:r>
                      <a:endParaRPr lang="he-IL" sz="1600" b="0" kern="1200" dirty="0">
                        <a:solidFill>
                          <a:schemeClr val="dk1"/>
                        </a:solidFill>
                        <a:effectLst/>
                        <a:latin typeface="+mn-lt"/>
                        <a:ea typeface="+mn-ea"/>
                        <a:cs typeface="+mn-cs"/>
                      </a:endParaRPr>
                    </a:p>
                  </a:txBody>
                  <a:tcPr/>
                </a:tc>
                <a:tc>
                  <a:txBody>
                    <a:bodyPr/>
                    <a:lstStyle/>
                    <a:p>
                      <a:pPr rtl="1"/>
                      <a:r>
                        <a:rPr lang="en-US" sz="1600" b="0" kern="1200" dirty="0">
                          <a:solidFill>
                            <a:schemeClr val="dk1"/>
                          </a:solidFill>
                          <a:effectLst/>
                          <a:latin typeface="+mn-lt"/>
                          <a:ea typeface="+mn-ea"/>
                          <a:cs typeface="+mn-cs"/>
                        </a:rPr>
                        <a:t>Robust CNN</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1914627099"/>
                  </a:ext>
                </a:extLst>
              </a:tr>
            </a:tbl>
          </a:graphicData>
        </a:graphic>
      </p:graphicFrame>
    </p:spTree>
    <p:extLst>
      <p:ext uri="{BB962C8B-B14F-4D97-AF65-F5344CB8AC3E}">
        <p14:creationId xmlns:p14="http://schemas.microsoft.com/office/powerpoint/2010/main" val="1044416208"/>
      </p:ext>
    </p:extLst>
  </p:cSld>
  <p:clrMapOvr>
    <a:masterClrMapping/>
  </p:clrMapOvr>
  <p:transition spd="slow">
    <p:cover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F117C-A7E5-6A09-F6BD-76BD69088221}"/>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96900906-43DD-E2F5-40EC-173BC204373D}"/>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205E2487-9073-E3D1-F6E6-0047C59C071E}"/>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Model Improvement</a:t>
            </a:r>
          </a:p>
        </p:txBody>
      </p:sp>
      <p:sp>
        <p:nvSpPr>
          <p:cNvPr id="11" name="מלבן 10">
            <a:extLst>
              <a:ext uri="{FF2B5EF4-FFF2-40B4-BE49-F238E27FC236}">
                <a16:creationId xmlns:a16="http://schemas.microsoft.com/office/drawing/2014/main" id="{899EE86B-DCD0-92CB-F055-2BFB1DAFE8E0}"/>
              </a:ext>
            </a:extLst>
          </p:cNvPr>
          <p:cNvSpPr/>
          <p:nvPr/>
        </p:nvSpPr>
        <p:spPr>
          <a:xfrm>
            <a:off x="5216399" y="-251926"/>
            <a:ext cx="307323" cy="7361854"/>
          </a:xfrm>
          <a:prstGeom prst="rect">
            <a:avLst/>
          </a:prstGeom>
          <a:solidFill>
            <a:srgbClr val="EBC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DB596FBF-B02F-5F6A-36C0-FE6F500362E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123DC836-4334-B4A1-9BD5-7E5877076413}"/>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8C0450CB-DED5-1B57-0C96-944E474A2188}"/>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64BA8250-5A6B-9B77-4D0F-C8AEF660705E}"/>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F70ED6E1-FB3F-8D27-C9E0-3EAC45F41C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9" name="תיבת טקסט 8">
            <a:extLst>
              <a:ext uri="{FF2B5EF4-FFF2-40B4-BE49-F238E27FC236}">
                <a16:creationId xmlns:a16="http://schemas.microsoft.com/office/drawing/2014/main" id="{2552EEB3-995A-867D-FACD-3859CFB03838}"/>
              </a:ext>
            </a:extLst>
          </p:cNvPr>
          <p:cNvSpPr txBox="1"/>
          <p:nvPr/>
        </p:nvSpPr>
        <p:spPr>
          <a:xfrm>
            <a:off x="5642122" y="1356961"/>
            <a:ext cx="6483274" cy="3594702"/>
          </a:xfrm>
          <a:prstGeom prst="rect">
            <a:avLst/>
          </a:prstGeom>
          <a:noFill/>
        </p:spPr>
        <p:txBody>
          <a:bodyPr wrap="square">
            <a:spAutoFit/>
          </a:bodyPr>
          <a:lstStyle/>
          <a:p>
            <a:pPr algn="l" rtl="0">
              <a:lnSpc>
                <a:spcPct val="150000"/>
              </a:lnSpc>
              <a:buFont typeface="Arial" panose="020B0604020202020204" pitchFamily="34" charset="0"/>
              <a:buChar char="•"/>
            </a:pPr>
            <a:r>
              <a:rPr lang="he-IL" sz="2200" dirty="0">
                <a:solidFill>
                  <a:schemeClr val="tx2"/>
                </a:solidFill>
              </a:rPr>
              <a:t> </a:t>
            </a:r>
            <a:r>
              <a:rPr lang="en-US" sz="2200" dirty="0">
                <a:solidFill>
                  <a:schemeClr val="tx2"/>
                </a:solidFill>
              </a:rPr>
              <a:t>Pre-training Removal &amp; Faster Iteration:</a:t>
            </a:r>
            <a:br>
              <a:rPr lang="en-US" sz="2200" dirty="0">
                <a:solidFill>
                  <a:schemeClr val="tx2"/>
                </a:solidFill>
              </a:rPr>
            </a:br>
            <a:r>
              <a:rPr lang="en-US" sz="2200" dirty="0">
                <a:solidFill>
                  <a:schemeClr val="tx2"/>
                </a:solidFill>
              </a:rPr>
              <a:t>We removed the complex MoCo-style contrastive pre-training stage and trained the model end-to-end instead. This simplified the pipeline, significantly reduced compute and training time, and shortened the development cycle, while also eliminating components such as dual encoders and the memory queue.</a:t>
            </a:r>
          </a:p>
        </p:txBody>
      </p:sp>
      <p:pic>
        <p:nvPicPr>
          <p:cNvPr id="12" name="גרפיקה 11" descr="שעון עצר 25% קו מיתאר">
            <a:extLst>
              <a:ext uri="{FF2B5EF4-FFF2-40B4-BE49-F238E27FC236}">
                <a16:creationId xmlns:a16="http://schemas.microsoft.com/office/drawing/2014/main" id="{FFC17503-BB48-C279-4041-394970F0B2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5790" y="5341776"/>
            <a:ext cx="1152329" cy="1152329"/>
          </a:xfrm>
          <a:prstGeom prst="rect">
            <a:avLst/>
          </a:prstGeom>
        </p:spPr>
      </p:pic>
      <p:pic>
        <p:nvPicPr>
          <p:cNvPr id="17" name="גרפיקה 16" descr="שעון עצר 66% קו מיתאר">
            <a:extLst>
              <a:ext uri="{FF2B5EF4-FFF2-40B4-BE49-F238E27FC236}">
                <a16:creationId xmlns:a16="http://schemas.microsoft.com/office/drawing/2014/main" id="{992ACFBE-F59E-938B-9509-111242DBD13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85835" y="5341776"/>
            <a:ext cx="1152330" cy="1152330"/>
          </a:xfrm>
          <a:prstGeom prst="rect">
            <a:avLst/>
          </a:prstGeom>
        </p:spPr>
      </p:pic>
      <p:pic>
        <p:nvPicPr>
          <p:cNvPr id="21" name="גרפיקה 20" descr="חץ ימינה עם מילוי מלא">
            <a:extLst>
              <a:ext uri="{FF2B5EF4-FFF2-40B4-BE49-F238E27FC236}">
                <a16:creationId xmlns:a16="http://schemas.microsoft.com/office/drawing/2014/main" id="{8AC2D28E-FEB4-5344-19E5-59519B250A0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62752" y="5460740"/>
            <a:ext cx="1713038" cy="914400"/>
          </a:xfrm>
          <a:prstGeom prst="rect">
            <a:avLst/>
          </a:prstGeom>
        </p:spPr>
      </p:pic>
    </p:spTree>
    <p:extLst>
      <p:ext uri="{BB962C8B-B14F-4D97-AF65-F5344CB8AC3E}">
        <p14:creationId xmlns:p14="http://schemas.microsoft.com/office/powerpoint/2010/main" val="3022457292"/>
      </p:ext>
    </p:extLst>
  </p:cSld>
  <p:clrMapOvr>
    <a:masterClrMapping/>
  </p:clrMapOvr>
  <p:transition spd="slow">
    <p:cover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2B65E-F1E9-6C45-C2AC-47FB7E54AA6B}"/>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8CBAA199-2F5C-F989-B9E1-D9AF822A9A65}"/>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9585F623-3327-40E2-E5A5-370BFFC6DE97}"/>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Model Improvement</a:t>
            </a:r>
          </a:p>
        </p:txBody>
      </p:sp>
      <p:sp>
        <p:nvSpPr>
          <p:cNvPr id="11" name="מלבן 10">
            <a:extLst>
              <a:ext uri="{FF2B5EF4-FFF2-40B4-BE49-F238E27FC236}">
                <a16:creationId xmlns:a16="http://schemas.microsoft.com/office/drawing/2014/main" id="{5E1E2FF4-2CFC-73D3-DB93-1244AF62D625}"/>
              </a:ext>
            </a:extLst>
          </p:cNvPr>
          <p:cNvSpPr/>
          <p:nvPr/>
        </p:nvSpPr>
        <p:spPr>
          <a:xfrm>
            <a:off x="5216399" y="-251926"/>
            <a:ext cx="307323" cy="7361854"/>
          </a:xfrm>
          <a:prstGeom prst="rect">
            <a:avLst/>
          </a:prstGeom>
          <a:solidFill>
            <a:srgbClr val="EBC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E2A1BA20-6244-77EA-38B6-E0FA91B37E60}"/>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944CB2D5-323F-C59C-CA4B-1A1CFBE34D9A}"/>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C861CD0B-7F0D-900D-DF88-F747D65960EF}"/>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EA92BA39-BC2F-F8C1-A7CE-DAE76AC5E064}"/>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2C42926B-0D23-8A47-E8AD-3748316C7D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9" name="תיבת טקסט 8">
            <a:extLst>
              <a:ext uri="{FF2B5EF4-FFF2-40B4-BE49-F238E27FC236}">
                <a16:creationId xmlns:a16="http://schemas.microsoft.com/office/drawing/2014/main" id="{EF387A73-B53E-C3A2-B40D-86BA0499F5DD}"/>
              </a:ext>
            </a:extLst>
          </p:cNvPr>
          <p:cNvSpPr txBox="1"/>
          <p:nvPr/>
        </p:nvSpPr>
        <p:spPr>
          <a:xfrm>
            <a:off x="5642122" y="1356961"/>
            <a:ext cx="6483274" cy="3594702"/>
          </a:xfrm>
          <a:prstGeom prst="rect">
            <a:avLst/>
          </a:prstGeom>
          <a:noFill/>
        </p:spPr>
        <p:txBody>
          <a:bodyPr wrap="square">
            <a:spAutoFit/>
          </a:bodyPr>
          <a:lstStyle/>
          <a:p>
            <a:pPr algn="l" rtl="0">
              <a:lnSpc>
                <a:spcPct val="150000"/>
              </a:lnSpc>
              <a:buFont typeface="Arial" panose="020B0604020202020204" pitchFamily="34" charset="0"/>
              <a:buChar char="•"/>
            </a:pPr>
            <a:r>
              <a:rPr lang="he-IL" sz="2200" dirty="0">
                <a:solidFill>
                  <a:schemeClr val="tx2"/>
                </a:solidFill>
              </a:rPr>
              <a:t> </a:t>
            </a:r>
            <a:r>
              <a:rPr lang="en-US" sz="2200" dirty="0">
                <a:solidFill>
                  <a:schemeClr val="tx2"/>
                </a:solidFill>
              </a:rPr>
              <a:t>Additional Improvements &amp; Feature Noise:</a:t>
            </a:r>
          </a:p>
          <a:p>
            <a:pPr algn="l" rtl="0">
              <a:lnSpc>
                <a:spcPct val="150000"/>
              </a:lnSpc>
            </a:pPr>
            <a:r>
              <a:rPr lang="en-US" sz="2200" dirty="0">
                <a:solidFill>
                  <a:schemeClr val="tx2"/>
                </a:solidFill>
              </a:rPr>
              <a:t>We experimented with several enhancements, including alternative loss functions (focal / length loss) and learning-rate tuning. The most effective improvement was adding small Gaussian feature noise to the raw embedding vectors, which increased the discriminative margin and led to our best accuracy.</a:t>
            </a:r>
          </a:p>
        </p:txBody>
      </p:sp>
    </p:spTree>
    <p:extLst>
      <p:ext uri="{BB962C8B-B14F-4D97-AF65-F5344CB8AC3E}">
        <p14:creationId xmlns:p14="http://schemas.microsoft.com/office/powerpoint/2010/main" val="1822613715"/>
      </p:ext>
    </p:extLst>
  </p:cSld>
  <p:clrMapOvr>
    <a:masterClrMapping/>
  </p:clrMapOvr>
  <p:transition spd="slow">
    <p:cover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CE555-1CA0-0D0D-0190-34DCD2F95FEC}"/>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B50A7957-294E-D06D-2A1C-22B226A14C6D}"/>
              </a:ext>
            </a:extLst>
          </p:cNvPr>
          <p:cNvSpPr/>
          <p:nvPr/>
        </p:nvSpPr>
        <p:spPr>
          <a:xfrm>
            <a:off x="-532956" y="5798976"/>
            <a:ext cx="13772705" cy="137992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12" name="טבלה 11">
            <a:extLst>
              <a:ext uri="{FF2B5EF4-FFF2-40B4-BE49-F238E27FC236}">
                <a16:creationId xmlns:a16="http://schemas.microsoft.com/office/drawing/2014/main" id="{D848EA6C-CCEC-A51E-C9D5-0138C84E9674}"/>
              </a:ext>
            </a:extLst>
          </p:cNvPr>
          <p:cNvGraphicFramePr>
            <a:graphicFrameLocks noGrp="1"/>
          </p:cNvGraphicFramePr>
          <p:nvPr>
            <p:extLst>
              <p:ext uri="{D42A27DB-BD31-4B8C-83A1-F6EECF244321}">
                <p14:modId xmlns:p14="http://schemas.microsoft.com/office/powerpoint/2010/main" val="2257638074"/>
              </p:ext>
            </p:extLst>
          </p:nvPr>
        </p:nvGraphicFramePr>
        <p:xfrm>
          <a:off x="2089003" y="2148391"/>
          <a:ext cx="8510572" cy="2561217"/>
        </p:xfrm>
        <a:graphic>
          <a:graphicData uri="http://schemas.openxmlformats.org/drawingml/2006/table">
            <a:tbl>
              <a:tblPr rtl="1" firstRow="1" bandRow="1">
                <a:tableStyleId>{7DF18680-E054-41AD-8BC1-D1AEF772440D}</a:tableStyleId>
              </a:tblPr>
              <a:tblGrid>
                <a:gridCol w="1215796">
                  <a:extLst>
                    <a:ext uri="{9D8B030D-6E8A-4147-A177-3AD203B41FA5}">
                      <a16:colId xmlns:a16="http://schemas.microsoft.com/office/drawing/2014/main" val="3639333567"/>
                    </a:ext>
                  </a:extLst>
                </a:gridCol>
                <a:gridCol w="1215796">
                  <a:extLst>
                    <a:ext uri="{9D8B030D-6E8A-4147-A177-3AD203B41FA5}">
                      <a16:colId xmlns:a16="http://schemas.microsoft.com/office/drawing/2014/main" val="191692239"/>
                    </a:ext>
                  </a:extLst>
                </a:gridCol>
                <a:gridCol w="1242210">
                  <a:extLst>
                    <a:ext uri="{9D8B030D-6E8A-4147-A177-3AD203B41FA5}">
                      <a16:colId xmlns:a16="http://schemas.microsoft.com/office/drawing/2014/main" val="1456507014"/>
                    </a:ext>
                  </a:extLst>
                </a:gridCol>
                <a:gridCol w="1189382">
                  <a:extLst>
                    <a:ext uri="{9D8B030D-6E8A-4147-A177-3AD203B41FA5}">
                      <a16:colId xmlns:a16="http://schemas.microsoft.com/office/drawing/2014/main" val="139152529"/>
                    </a:ext>
                  </a:extLst>
                </a:gridCol>
                <a:gridCol w="1129707">
                  <a:extLst>
                    <a:ext uri="{9D8B030D-6E8A-4147-A177-3AD203B41FA5}">
                      <a16:colId xmlns:a16="http://schemas.microsoft.com/office/drawing/2014/main" val="2300839174"/>
                    </a:ext>
                  </a:extLst>
                </a:gridCol>
                <a:gridCol w="1102141">
                  <a:extLst>
                    <a:ext uri="{9D8B030D-6E8A-4147-A177-3AD203B41FA5}">
                      <a16:colId xmlns:a16="http://schemas.microsoft.com/office/drawing/2014/main" val="2980052998"/>
                    </a:ext>
                  </a:extLst>
                </a:gridCol>
                <a:gridCol w="1415540">
                  <a:extLst>
                    <a:ext uri="{9D8B030D-6E8A-4147-A177-3AD203B41FA5}">
                      <a16:colId xmlns:a16="http://schemas.microsoft.com/office/drawing/2014/main" val="3723957591"/>
                    </a:ext>
                  </a:extLst>
                </a:gridCol>
              </a:tblGrid>
              <a:tr h="853739">
                <a:tc>
                  <a:txBody>
                    <a:bodyPr/>
                    <a:lstStyle/>
                    <a:p>
                      <a:pPr algn="ctr" rtl="1"/>
                      <a:r>
                        <a:rPr lang="en-US" sz="2000" b="0" kern="1200" dirty="0">
                          <a:solidFill>
                            <a:schemeClr val="tx1"/>
                          </a:solidFill>
                          <a:effectLst/>
                        </a:rPr>
                        <a:t>Fake F1</a:t>
                      </a:r>
                      <a:endParaRPr lang="he-IL" sz="2000" b="0" dirty="0">
                        <a:solidFill>
                          <a:schemeClr val="tx1"/>
                        </a:solidFill>
                        <a:cs typeface="+mn-cs"/>
                      </a:endParaRPr>
                    </a:p>
                  </a:txBody>
                  <a:tcPr>
                    <a:solidFill>
                      <a:srgbClr val="EBCEC5"/>
                    </a:solidFill>
                  </a:tcPr>
                </a:tc>
                <a:tc>
                  <a:txBody>
                    <a:bodyPr/>
                    <a:lstStyle/>
                    <a:p>
                      <a:pPr algn="ctr" rtl="1"/>
                      <a:r>
                        <a:rPr lang="en-US" sz="2000" b="0" kern="1200" dirty="0">
                          <a:solidFill>
                            <a:schemeClr val="tx1"/>
                          </a:solidFill>
                          <a:effectLst/>
                        </a:rPr>
                        <a:t>Fake Recall</a:t>
                      </a:r>
                      <a:endParaRPr lang="he-IL" sz="2000" b="0" dirty="0">
                        <a:solidFill>
                          <a:schemeClr val="tx1"/>
                        </a:solidFill>
                        <a:cs typeface="+mn-cs"/>
                      </a:endParaRPr>
                    </a:p>
                  </a:txBody>
                  <a:tcPr>
                    <a:solidFill>
                      <a:srgbClr val="EBCEC5"/>
                    </a:solidFill>
                  </a:tcPr>
                </a:tc>
                <a:tc>
                  <a:txBody>
                    <a:bodyPr/>
                    <a:lstStyle/>
                    <a:p>
                      <a:pPr algn="ctr" rtl="1"/>
                      <a:r>
                        <a:rPr lang="en-US" sz="2000" b="0" kern="1200" dirty="0">
                          <a:solidFill>
                            <a:schemeClr val="tx1"/>
                          </a:solidFill>
                          <a:effectLst/>
                        </a:rPr>
                        <a:t>Fake Precision</a:t>
                      </a:r>
                      <a:endParaRPr lang="he-IL" sz="2000" b="0" dirty="0">
                        <a:solidFill>
                          <a:schemeClr val="tx1"/>
                        </a:solidFill>
                        <a:cs typeface="+mn-cs"/>
                      </a:endParaRPr>
                    </a:p>
                  </a:txBody>
                  <a:tcPr>
                    <a:solidFill>
                      <a:srgbClr val="EBCEC5"/>
                    </a:solidFill>
                  </a:tcPr>
                </a:tc>
                <a:tc>
                  <a:txBody>
                    <a:bodyPr/>
                    <a:lstStyle/>
                    <a:p>
                      <a:pPr algn="ctr" rtl="1"/>
                      <a:r>
                        <a:rPr lang="en-US" sz="2000" b="0" kern="1200" dirty="0">
                          <a:solidFill>
                            <a:schemeClr val="tx1"/>
                          </a:solidFill>
                          <a:effectLst/>
                        </a:rPr>
                        <a:t>Accuracy</a:t>
                      </a:r>
                      <a:endParaRPr lang="he-IL" sz="2000" b="0" dirty="0">
                        <a:solidFill>
                          <a:schemeClr val="tx1"/>
                        </a:solidFill>
                        <a:cs typeface="+mn-cs"/>
                      </a:endParaRPr>
                    </a:p>
                  </a:txBody>
                  <a:tcPr>
                    <a:solidFill>
                      <a:srgbClr val="EBCEC5"/>
                    </a:solidFill>
                  </a:tcPr>
                </a:tc>
                <a:tc>
                  <a:txBody>
                    <a:bodyPr/>
                    <a:lstStyle/>
                    <a:p>
                      <a:pPr algn="ctr" rtl="1"/>
                      <a:r>
                        <a:rPr lang="en-US" sz="2000" b="0" dirty="0">
                          <a:solidFill>
                            <a:schemeClr val="tx1"/>
                          </a:solidFill>
                        </a:rPr>
                        <a:t>Test Set</a:t>
                      </a:r>
                      <a:endParaRPr lang="he-IL" sz="2000" b="0" dirty="0">
                        <a:solidFill>
                          <a:schemeClr val="tx1"/>
                        </a:solidFill>
                        <a:cs typeface="+mn-cs"/>
                      </a:endParaRPr>
                    </a:p>
                  </a:txBody>
                  <a:tcPr>
                    <a:solidFill>
                      <a:srgbClr val="EBCEC5"/>
                    </a:solidFill>
                  </a:tcPr>
                </a:tc>
                <a:tc>
                  <a:txBody>
                    <a:bodyPr/>
                    <a:lstStyle/>
                    <a:p>
                      <a:pPr algn="ctr" rtl="1"/>
                      <a:r>
                        <a:rPr lang="en-US" sz="2000" b="0" dirty="0">
                          <a:solidFill>
                            <a:schemeClr val="tx1"/>
                          </a:solidFill>
                        </a:rPr>
                        <a:t>Training</a:t>
                      </a:r>
                      <a:endParaRPr lang="he-IL" sz="2000" b="0" dirty="0">
                        <a:solidFill>
                          <a:schemeClr val="tx1"/>
                        </a:solidFill>
                        <a:cs typeface="+mn-cs"/>
                      </a:endParaRPr>
                    </a:p>
                  </a:txBody>
                  <a:tcPr>
                    <a:solidFill>
                      <a:srgbClr val="EBCEC5"/>
                    </a:solidFill>
                  </a:tcPr>
                </a:tc>
                <a:tc>
                  <a:txBody>
                    <a:bodyPr/>
                    <a:lstStyle/>
                    <a:p>
                      <a:pPr algn="ctr" rtl="1"/>
                      <a:r>
                        <a:rPr lang="en-US" sz="2000" b="0" dirty="0">
                          <a:solidFill>
                            <a:schemeClr val="tx1"/>
                          </a:solidFill>
                        </a:rPr>
                        <a:t>Model</a:t>
                      </a:r>
                      <a:endParaRPr lang="he-IL" sz="2000" b="0" dirty="0">
                        <a:solidFill>
                          <a:schemeClr val="tx1"/>
                        </a:solidFill>
                        <a:cs typeface="+mn-cs"/>
                      </a:endParaRPr>
                    </a:p>
                  </a:txBody>
                  <a:tcPr>
                    <a:solidFill>
                      <a:srgbClr val="EBCEC5"/>
                    </a:solidFill>
                  </a:tcPr>
                </a:tc>
                <a:extLst>
                  <a:ext uri="{0D108BD9-81ED-4DB2-BD59-A6C34878D82A}">
                    <a16:rowId xmlns:a16="http://schemas.microsoft.com/office/drawing/2014/main" val="854029658"/>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96.61%</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98.7%</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94.61%</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96.54%</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Clean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Robust + FN</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CLAD + Feature Noise</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3804517266"/>
                  </a:ext>
                </a:extLst>
              </a:tr>
              <a:tr h="853739">
                <a:tc>
                  <a:txBody>
                    <a:bodyPr/>
                    <a:lstStyle/>
                    <a:p>
                      <a:pPr marL="0" algn="l" defTabSz="914400" rtl="1" eaLnBrk="1" latinLnBrk="0" hangingPunct="1"/>
                      <a:r>
                        <a:rPr lang="he-IL" sz="1600" b="0" kern="1200" dirty="0">
                          <a:solidFill>
                            <a:schemeClr val="dk1"/>
                          </a:solidFill>
                          <a:effectLst/>
                          <a:latin typeface="+mn-lt"/>
                          <a:ea typeface="+mn-ea"/>
                          <a:cs typeface="+mn-cs"/>
                        </a:rPr>
                        <a:t>96.36%</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97.4%</a:t>
                      </a:r>
                    </a:p>
                  </a:txBody>
                  <a:tcPr/>
                </a:tc>
                <a:tc>
                  <a:txBody>
                    <a:bodyPr/>
                    <a:lstStyle/>
                    <a:p>
                      <a:pPr marL="0" algn="l" defTabSz="914400" rtl="1" eaLnBrk="1" latinLnBrk="0" hangingPunct="1"/>
                      <a:r>
                        <a:rPr lang="he-IL" sz="1600" b="0" kern="1200" dirty="0">
                          <a:solidFill>
                            <a:schemeClr val="dk1"/>
                          </a:solidFill>
                          <a:effectLst/>
                          <a:latin typeface="+mn-lt"/>
                          <a:ea typeface="+mn-ea"/>
                          <a:cs typeface="+mn-cs"/>
                        </a:rPr>
                        <a:t>95.34%</a:t>
                      </a:r>
                    </a:p>
                  </a:txBody>
                  <a:tcPr/>
                </a:tc>
                <a:tc>
                  <a:txBody>
                    <a:bodyPr/>
                    <a:lstStyle/>
                    <a:p>
                      <a:pPr marL="0" algn="l" defTabSz="914400" rtl="1" eaLnBrk="1" latinLnBrk="0" hangingPunct="1"/>
                      <a:r>
                        <a:rPr lang="he-IL" sz="2000" b="1" kern="1200" dirty="0">
                          <a:solidFill>
                            <a:schemeClr val="dk1"/>
                          </a:solidFill>
                          <a:effectLst/>
                          <a:latin typeface="+mn-lt"/>
                          <a:ea typeface="+mn-ea"/>
                          <a:cs typeface="+mn-cs"/>
                        </a:rPr>
                        <a:t>96.32%</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Attacked (Hard)</a:t>
                      </a:r>
                      <a:endParaRPr lang="he-IL" sz="1600" b="0" kern="1200" dirty="0">
                        <a:solidFill>
                          <a:schemeClr val="dk1"/>
                        </a:solidFill>
                        <a:effectLst/>
                        <a:latin typeface="+mn-lt"/>
                        <a:ea typeface="+mn-ea"/>
                        <a:cs typeface="+mn-cs"/>
                      </a:endParaRP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Robust + FN</a:t>
                      </a:r>
                    </a:p>
                  </a:txBody>
                  <a:tcPr/>
                </a:tc>
                <a:tc>
                  <a:txBody>
                    <a:bodyPr/>
                    <a:lstStyle/>
                    <a:p>
                      <a:pPr marL="0" algn="l" defTabSz="914400" rtl="1" eaLnBrk="1" latinLnBrk="0" hangingPunct="1"/>
                      <a:r>
                        <a:rPr lang="en-US" sz="1600" b="0" kern="1200" dirty="0">
                          <a:solidFill>
                            <a:schemeClr val="dk1"/>
                          </a:solidFill>
                          <a:effectLst/>
                          <a:latin typeface="+mn-lt"/>
                          <a:ea typeface="+mn-ea"/>
                          <a:cs typeface="+mn-cs"/>
                        </a:rPr>
                        <a:t>CLAD + Feature Noise</a:t>
                      </a:r>
                      <a:endParaRPr lang="he-IL" sz="1600" b="0" kern="1200" dirty="0">
                        <a:solidFill>
                          <a:schemeClr val="dk1"/>
                        </a:solidFill>
                        <a:effectLst/>
                        <a:latin typeface="+mn-lt"/>
                        <a:ea typeface="+mn-ea"/>
                        <a:cs typeface="+mn-cs"/>
                      </a:endParaRPr>
                    </a:p>
                  </a:txBody>
                  <a:tcPr/>
                </a:tc>
                <a:extLst>
                  <a:ext uri="{0D108BD9-81ED-4DB2-BD59-A6C34878D82A}">
                    <a16:rowId xmlns:a16="http://schemas.microsoft.com/office/drawing/2014/main" val="2385022875"/>
                  </a:ext>
                </a:extLst>
              </a:tr>
            </a:tbl>
          </a:graphicData>
        </a:graphic>
      </p:graphicFrame>
      <p:sp>
        <p:nvSpPr>
          <p:cNvPr id="17" name="תיבת טקסט 16">
            <a:extLst>
              <a:ext uri="{FF2B5EF4-FFF2-40B4-BE49-F238E27FC236}">
                <a16:creationId xmlns:a16="http://schemas.microsoft.com/office/drawing/2014/main" id="{D5031884-CC88-6B49-C83A-EBE2BEBA19C2}"/>
              </a:ext>
            </a:extLst>
          </p:cNvPr>
          <p:cNvSpPr txBox="1"/>
          <p:nvPr/>
        </p:nvSpPr>
        <p:spPr>
          <a:xfrm>
            <a:off x="735412" y="1479102"/>
            <a:ext cx="7867411" cy="430887"/>
          </a:xfrm>
          <a:prstGeom prst="rect">
            <a:avLst/>
          </a:prstGeom>
          <a:noFill/>
        </p:spPr>
        <p:txBody>
          <a:bodyPr wrap="square">
            <a:spAutoFit/>
          </a:bodyPr>
          <a:lstStyle/>
          <a:p>
            <a:pPr marL="342900" indent="-342900" algn="l" rtl="0">
              <a:buFont typeface="Arial" panose="020B0604020202020204" pitchFamily="34" charset="0"/>
              <a:buChar char="•"/>
            </a:pPr>
            <a:r>
              <a:rPr lang="en-US" sz="2200" dirty="0">
                <a:solidFill>
                  <a:schemeClr val="tx2"/>
                </a:solidFill>
              </a:rPr>
              <a:t>injects light noise into embeddings to boost robustness</a:t>
            </a:r>
          </a:p>
        </p:txBody>
      </p:sp>
      <p:sp>
        <p:nvSpPr>
          <p:cNvPr id="18" name="כותרת 1">
            <a:extLst>
              <a:ext uri="{FF2B5EF4-FFF2-40B4-BE49-F238E27FC236}">
                <a16:creationId xmlns:a16="http://schemas.microsoft.com/office/drawing/2014/main" id="{7A7FBA38-A5A9-A772-C18B-F4E44269A5C6}"/>
              </a:ext>
            </a:extLst>
          </p:cNvPr>
          <p:cNvSpPr>
            <a:spLocks noGrp="1"/>
          </p:cNvSpPr>
          <p:nvPr>
            <p:ph type="title"/>
          </p:nvPr>
        </p:nvSpPr>
        <p:spPr>
          <a:xfrm>
            <a:off x="735413" y="305196"/>
            <a:ext cx="9686881" cy="940641"/>
          </a:xfrm>
        </p:spPr>
        <p:txBody>
          <a:bodyPr>
            <a:noAutofit/>
          </a:bodyPr>
          <a:lstStyle/>
          <a:p>
            <a:pPr marL="0" indent="0">
              <a:lnSpc>
                <a:spcPct val="90000"/>
              </a:lnSpc>
            </a:pPr>
            <a:r>
              <a:rPr lang="en-US" sz="4000" dirty="0">
                <a:solidFill>
                  <a:srgbClr val="3C2317"/>
                </a:solidFill>
              </a:rPr>
              <a:t>E2E With feature noise:</a:t>
            </a:r>
          </a:p>
        </p:txBody>
      </p:sp>
      <p:sp>
        <p:nvSpPr>
          <p:cNvPr id="3" name="מלבן 2">
            <a:extLst>
              <a:ext uri="{FF2B5EF4-FFF2-40B4-BE49-F238E27FC236}">
                <a16:creationId xmlns:a16="http://schemas.microsoft.com/office/drawing/2014/main" id="{D0A0D930-D0D4-D8C1-4DB8-EF766C1FECA7}"/>
              </a:ext>
            </a:extLst>
          </p:cNvPr>
          <p:cNvSpPr/>
          <p:nvPr/>
        </p:nvSpPr>
        <p:spPr>
          <a:xfrm>
            <a:off x="-279332" y="5417301"/>
            <a:ext cx="13388842" cy="389721"/>
          </a:xfrm>
          <a:prstGeom prst="rect">
            <a:avLst/>
          </a:prstGeom>
          <a:solidFill>
            <a:srgbClr val="EBC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D9E8EFD2-3ADB-7DD0-E609-A253604B7CB2}"/>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4564" y="5807022"/>
            <a:ext cx="1560976" cy="1050978"/>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AB11E1DA-8150-84EA-3828-4ECBBC65D6C6}"/>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32072" y="5807022"/>
            <a:ext cx="1560976" cy="1050978"/>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03C25F3B-9F2E-AA70-742A-D764C772B0C1}"/>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8708" y="5807022"/>
            <a:ext cx="1560976" cy="1050978"/>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0FB70AD-C4C2-EBC1-72BD-ADB8725B172C}"/>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4694898" y="5807022"/>
            <a:ext cx="1560976" cy="1050978"/>
          </a:xfrm>
          <a:prstGeom prst="rect">
            <a:avLst/>
          </a:prstGeom>
        </p:spPr>
      </p:pic>
      <p:pic>
        <p:nvPicPr>
          <p:cNvPr id="9" name="תמונה 8"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43684B99-FF76-606E-2B2C-4D5BEBB5D199}"/>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6321534" y="5807022"/>
            <a:ext cx="1560976" cy="1050978"/>
          </a:xfrm>
          <a:prstGeom prst="rect">
            <a:avLst/>
          </a:prstGeom>
        </p:spPr>
      </p:pic>
      <p:pic>
        <p:nvPicPr>
          <p:cNvPr id="10" name="תמונה 9"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DCE2A16B-17AE-962D-CA27-BADAC7AF2C80}"/>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7948170" y="5807022"/>
            <a:ext cx="1560976" cy="1050978"/>
          </a:xfrm>
          <a:prstGeom prst="rect">
            <a:avLst/>
          </a:prstGeom>
        </p:spPr>
      </p:pic>
      <p:pic>
        <p:nvPicPr>
          <p:cNvPr id="11" name="תמונה 10"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D0384BB7-575B-06DF-5CC0-9344BE768BA3}"/>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9574806" y="5807022"/>
            <a:ext cx="1560976" cy="1050978"/>
          </a:xfrm>
          <a:prstGeom prst="rect">
            <a:avLst/>
          </a:prstGeom>
        </p:spPr>
      </p:pic>
      <p:pic>
        <p:nvPicPr>
          <p:cNvPr id="13" name="תמונה 12"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288582C1-C7E3-C257-0B14-AA0D0148BADB}"/>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1201442" y="5807022"/>
            <a:ext cx="1560976" cy="1050978"/>
          </a:xfrm>
          <a:prstGeom prst="rect">
            <a:avLst/>
          </a:prstGeom>
        </p:spPr>
      </p:pic>
      <p:pic>
        <p:nvPicPr>
          <p:cNvPr id="15" name="גרפיקה 14" descr="חץ: פניית פרסה אופקית עם מילוי מלא">
            <a:hlinkClick r:id="rId3" action="ppaction://hlinksldjump"/>
            <a:extLst>
              <a:ext uri="{FF2B5EF4-FFF2-40B4-BE49-F238E27FC236}">
                <a16:creationId xmlns:a16="http://schemas.microsoft.com/office/drawing/2014/main" id="{74DC1736-F2F6-83E9-FD71-084B2B7916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01442" y="4502901"/>
            <a:ext cx="914400" cy="914400"/>
          </a:xfrm>
          <a:prstGeom prst="rect">
            <a:avLst/>
          </a:prstGeom>
        </p:spPr>
      </p:pic>
    </p:spTree>
    <p:extLst>
      <p:ext uri="{BB962C8B-B14F-4D97-AF65-F5344CB8AC3E}">
        <p14:creationId xmlns:p14="http://schemas.microsoft.com/office/powerpoint/2010/main" val="2786887632"/>
      </p:ext>
    </p:extLst>
  </p:cSld>
  <p:clrMapOvr>
    <a:masterClrMapping/>
  </p:clrMapOvr>
  <p:transition spd="slow">
    <p:cover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9AB25-634D-15AA-A705-9CF5DB507E5E}"/>
            </a:ext>
          </a:extLst>
        </p:cNvPr>
        <p:cNvGrpSpPr/>
        <p:nvPr/>
      </p:nvGrpSpPr>
      <p:grpSpPr>
        <a:xfrm>
          <a:off x="0" y="0"/>
          <a:ext cx="0" cy="0"/>
          <a:chOff x="0" y="0"/>
          <a:chExt cx="0" cy="0"/>
        </a:xfrm>
      </p:grpSpPr>
      <p:sp>
        <p:nvSpPr>
          <p:cNvPr id="2" name="מלבן: פינות מעוגלות 1">
            <a:extLst>
              <a:ext uri="{FF2B5EF4-FFF2-40B4-BE49-F238E27FC236}">
                <a16:creationId xmlns:a16="http://schemas.microsoft.com/office/drawing/2014/main" id="{B835C82D-0C86-CB97-8807-3628DA4A44C7}"/>
              </a:ext>
            </a:extLst>
          </p:cNvPr>
          <p:cNvSpPr/>
          <p:nvPr/>
        </p:nvSpPr>
        <p:spPr>
          <a:xfrm>
            <a:off x="-196645" y="-1189703"/>
            <a:ext cx="5413044" cy="92140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כותרת 1">
            <a:extLst>
              <a:ext uri="{FF2B5EF4-FFF2-40B4-BE49-F238E27FC236}">
                <a16:creationId xmlns:a16="http://schemas.microsoft.com/office/drawing/2014/main" id="{2CA30BEE-F295-1CF5-18F1-6C9258F5A3E4}"/>
              </a:ext>
            </a:extLst>
          </p:cNvPr>
          <p:cNvSpPr txBox="1">
            <a:spLocks/>
          </p:cNvSpPr>
          <p:nvPr/>
        </p:nvSpPr>
        <p:spPr>
          <a:xfrm>
            <a:off x="229078" y="2463234"/>
            <a:ext cx="4561597" cy="1382156"/>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5400" dirty="0">
                <a:solidFill>
                  <a:srgbClr val="3C2317"/>
                </a:solidFill>
              </a:rPr>
              <a:t>Model Improvement</a:t>
            </a:r>
          </a:p>
        </p:txBody>
      </p:sp>
      <p:sp>
        <p:nvSpPr>
          <p:cNvPr id="11" name="מלבן 10">
            <a:extLst>
              <a:ext uri="{FF2B5EF4-FFF2-40B4-BE49-F238E27FC236}">
                <a16:creationId xmlns:a16="http://schemas.microsoft.com/office/drawing/2014/main" id="{AEE7EC1D-6726-4274-827E-37894A7F4C86}"/>
              </a:ext>
            </a:extLst>
          </p:cNvPr>
          <p:cNvSpPr/>
          <p:nvPr/>
        </p:nvSpPr>
        <p:spPr>
          <a:xfrm>
            <a:off x="5216399" y="-251926"/>
            <a:ext cx="307323" cy="7361854"/>
          </a:xfrm>
          <a:prstGeom prst="rect">
            <a:avLst/>
          </a:prstGeom>
          <a:solidFill>
            <a:srgbClr val="EBC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3E2963ED-7886-A401-EAEC-00BEEA3F80C4}"/>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96645" y="5297024"/>
            <a:ext cx="1560976" cy="1560976"/>
          </a:xfrm>
          <a:prstGeom prst="rect">
            <a:avLst/>
          </a:prstGeom>
        </p:spPr>
      </p:pic>
      <p:pic>
        <p:nvPicPr>
          <p:cNvPr id="5" name="תמונה 4"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B7D8FF19-7D2B-E1BA-667F-5B1FEBE7946A}"/>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1429991" y="5297024"/>
            <a:ext cx="1560976" cy="1560976"/>
          </a:xfrm>
          <a:prstGeom prst="rect">
            <a:avLst/>
          </a:prstGeom>
        </p:spPr>
      </p:pic>
      <p:pic>
        <p:nvPicPr>
          <p:cNvPr id="6" name="תמונה 5"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FED1F7F2-7884-8331-1853-ACAD1A0F73AE}"/>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tretch>
            <a:fillRect/>
          </a:stretch>
        </p:blipFill>
        <p:spPr>
          <a:xfrm>
            <a:off x="3056627" y="5297024"/>
            <a:ext cx="1560976" cy="1560976"/>
          </a:xfrm>
          <a:prstGeom prst="rect">
            <a:avLst/>
          </a:prstGeom>
        </p:spPr>
      </p:pic>
      <p:pic>
        <p:nvPicPr>
          <p:cNvPr id="7" name="תמונה 6" descr="תמונה שמכילה צילום מסך, גופן, גרפיקה, עיצוב&#10;&#10;תוכן בינה מלאכותית גנרטיבית עשוי להיות שגוי.">
            <a:extLst>
              <a:ext uri="{FF2B5EF4-FFF2-40B4-BE49-F238E27FC236}">
                <a16:creationId xmlns:a16="http://schemas.microsoft.com/office/drawing/2014/main" id="{449A0386-CA25-A4CE-264E-C72086DFDE67}"/>
              </a:ext>
            </a:extLst>
          </p:cNvPr>
          <p:cNvPicPr>
            <a:picLocks noChangeAspect="1"/>
          </p:cNvPicPr>
          <p:nvPr/>
        </p:nvPicPr>
        <p:blipFill>
          <a:blip r:embed="rId2">
            <a:duotone>
              <a:prstClr val="black"/>
              <a:srgbClr val="3C2317">
                <a:tint val="45000"/>
                <a:satMod val="400000"/>
              </a:srgbClr>
            </a:duotone>
            <a:extLst>
              <a:ext uri="{28A0092B-C50C-407E-A947-70E740481C1C}">
                <a14:useLocalDpi xmlns:a14="http://schemas.microsoft.com/office/drawing/2010/main" val="0"/>
              </a:ext>
            </a:extLst>
          </a:blip>
          <a:srcRect r="65846"/>
          <a:stretch>
            <a:fillRect/>
          </a:stretch>
        </p:blipFill>
        <p:spPr>
          <a:xfrm>
            <a:off x="4683263" y="5297024"/>
            <a:ext cx="533136" cy="1560976"/>
          </a:xfrm>
          <a:prstGeom prst="rect">
            <a:avLst/>
          </a:prstGeom>
        </p:spPr>
      </p:pic>
      <p:pic>
        <p:nvPicPr>
          <p:cNvPr id="8" name="גרפיקה 7" descr="חץ: פניית פרסה אופקית עם מילוי מלא">
            <a:hlinkClick r:id="rId3" action="ppaction://hlinksldjump"/>
            <a:extLst>
              <a:ext uri="{FF2B5EF4-FFF2-40B4-BE49-F238E27FC236}">
                <a16:creationId xmlns:a16="http://schemas.microsoft.com/office/drawing/2014/main" id="{535DE16C-8352-1395-B634-AEA52FFFD2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0996" y="5798976"/>
            <a:ext cx="914400" cy="914400"/>
          </a:xfrm>
          <a:prstGeom prst="rect">
            <a:avLst/>
          </a:prstGeom>
        </p:spPr>
      </p:pic>
      <p:sp>
        <p:nvSpPr>
          <p:cNvPr id="9" name="תיבת טקסט 8">
            <a:extLst>
              <a:ext uri="{FF2B5EF4-FFF2-40B4-BE49-F238E27FC236}">
                <a16:creationId xmlns:a16="http://schemas.microsoft.com/office/drawing/2014/main" id="{CD4BBC08-53CF-E13B-53CA-1569790718AF}"/>
              </a:ext>
            </a:extLst>
          </p:cNvPr>
          <p:cNvSpPr txBox="1"/>
          <p:nvPr/>
        </p:nvSpPr>
        <p:spPr>
          <a:xfrm>
            <a:off x="5642122" y="782112"/>
            <a:ext cx="6483274" cy="4102533"/>
          </a:xfrm>
          <a:prstGeom prst="rect">
            <a:avLst/>
          </a:prstGeom>
          <a:noFill/>
        </p:spPr>
        <p:txBody>
          <a:bodyPr wrap="square">
            <a:spAutoFit/>
          </a:bodyPr>
          <a:lstStyle/>
          <a:p>
            <a:pPr algn="l" rtl="0">
              <a:lnSpc>
                <a:spcPct val="150000"/>
              </a:lnSpc>
              <a:buFont typeface="Arial" panose="020B0604020202020204" pitchFamily="34" charset="0"/>
              <a:buChar char="•"/>
            </a:pPr>
            <a:r>
              <a:rPr lang="en-US" sz="2200" dirty="0">
                <a:solidFill>
                  <a:schemeClr val="tx2"/>
                </a:solidFill>
              </a:rPr>
              <a:t> Proven Superiority with Minimal Resources:</a:t>
            </a:r>
          </a:p>
          <a:p>
            <a:pPr algn="l" rtl="0">
              <a:lnSpc>
                <a:spcPct val="150000"/>
              </a:lnSpc>
            </a:pPr>
            <a:r>
              <a:rPr lang="en-US" sz="2200" dirty="0">
                <a:solidFill>
                  <a:schemeClr val="tx2"/>
                </a:solidFill>
              </a:rPr>
              <a:t>The project demonstrates that combining the </a:t>
            </a:r>
            <a:r>
              <a:rPr lang="en-US" sz="2200" dirty="0" err="1">
                <a:solidFill>
                  <a:schemeClr val="tx2"/>
                </a:solidFill>
              </a:rPr>
              <a:t>RawNet</a:t>
            </a:r>
            <a:r>
              <a:rPr lang="en-US" sz="2200" dirty="0">
                <a:solidFill>
                  <a:schemeClr val="tx2"/>
                </a:solidFill>
              </a:rPr>
              <a:t> core architecture with these streamlined processes achieves a peak accuracy of 96.32% under strong manipulation attacks even for a different dataset than the one used in the paper, clearly outperforming Mel-spectrogram–based baselines while using modest computational resources.</a:t>
            </a:r>
          </a:p>
        </p:txBody>
      </p:sp>
      <p:sp>
        <p:nvSpPr>
          <p:cNvPr id="12" name="תיבת טקסט 11">
            <a:extLst>
              <a:ext uri="{FF2B5EF4-FFF2-40B4-BE49-F238E27FC236}">
                <a16:creationId xmlns:a16="http://schemas.microsoft.com/office/drawing/2014/main" id="{820DE5F1-DE00-575E-FD73-587E1B3D431B}"/>
              </a:ext>
            </a:extLst>
          </p:cNvPr>
          <p:cNvSpPr txBox="1"/>
          <p:nvPr/>
        </p:nvSpPr>
        <p:spPr>
          <a:xfrm>
            <a:off x="6668280" y="5224197"/>
            <a:ext cx="1195464" cy="461665"/>
          </a:xfrm>
          <a:prstGeom prst="rect">
            <a:avLst/>
          </a:prstGeom>
          <a:noFill/>
        </p:spPr>
        <p:txBody>
          <a:bodyPr wrap="square">
            <a:spAutoFit/>
          </a:bodyPr>
          <a:lstStyle/>
          <a:p>
            <a:pPr marL="0" algn="ctr" defTabSz="914400" rtl="1" eaLnBrk="1" latinLnBrk="0" hangingPunct="1"/>
            <a:r>
              <a:rPr lang="he-IL" sz="2400" b="1" kern="1200" dirty="0">
                <a:solidFill>
                  <a:schemeClr val="dk1"/>
                </a:solidFill>
                <a:effectLst/>
                <a:latin typeface="+mn-lt"/>
                <a:ea typeface="+mn-ea"/>
                <a:cs typeface="+mn-cs"/>
              </a:rPr>
              <a:t>69.7%</a:t>
            </a:r>
          </a:p>
        </p:txBody>
      </p:sp>
      <p:sp>
        <p:nvSpPr>
          <p:cNvPr id="13" name="תיבת טקסט 12">
            <a:extLst>
              <a:ext uri="{FF2B5EF4-FFF2-40B4-BE49-F238E27FC236}">
                <a16:creationId xmlns:a16="http://schemas.microsoft.com/office/drawing/2014/main" id="{2921C7F0-5A5C-4D4B-DE66-A80B18D7E421}"/>
              </a:ext>
            </a:extLst>
          </p:cNvPr>
          <p:cNvSpPr txBox="1"/>
          <p:nvPr/>
        </p:nvSpPr>
        <p:spPr>
          <a:xfrm>
            <a:off x="9286590" y="5224197"/>
            <a:ext cx="1475419" cy="461665"/>
          </a:xfrm>
          <a:prstGeom prst="rect">
            <a:avLst/>
          </a:prstGeom>
          <a:noFill/>
        </p:spPr>
        <p:txBody>
          <a:bodyPr wrap="square">
            <a:spAutoFit/>
          </a:bodyPr>
          <a:lstStyle/>
          <a:p>
            <a:pPr marL="0" algn="ctr" defTabSz="914400" rtl="1" eaLnBrk="1" latinLnBrk="0" hangingPunct="1"/>
            <a:r>
              <a:rPr lang="he-IL" sz="2400" b="1" kern="1200" dirty="0">
                <a:solidFill>
                  <a:schemeClr val="dk1"/>
                </a:solidFill>
                <a:effectLst/>
                <a:latin typeface="+mn-lt"/>
                <a:ea typeface="+mn-ea"/>
                <a:cs typeface="+mn-cs"/>
              </a:rPr>
              <a:t>96.32%</a:t>
            </a:r>
          </a:p>
        </p:txBody>
      </p:sp>
      <p:pic>
        <p:nvPicPr>
          <p:cNvPr id="14" name="גרפיקה 13" descr="חץ ימינה עם מילוי מלא">
            <a:extLst>
              <a:ext uri="{FF2B5EF4-FFF2-40B4-BE49-F238E27FC236}">
                <a16:creationId xmlns:a16="http://schemas.microsoft.com/office/drawing/2014/main" id="{6E52483A-0078-3367-0C66-13E34658E4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18648" y="4997829"/>
            <a:ext cx="1713038" cy="914400"/>
          </a:xfrm>
          <a:prstGeom prst="rect">
            <a:avLst/>
          </a:prstGeom>
        </p:spPr>
      </p:pic>
      <p:pic>
        <p:nvPicPr>
          <p:cNvPr id="16" name="גרפיקה 15" descr="קווי מיתאר של פרצוף עם משקפי שמש קו מיתאר">
            <a:extLst>
              <a:ext uri="{FF2B5EF4-FFF2-40B4-BE49-F238E27FC236}">
                <a16:creationId xmlns:a16="http://schemas.microsoft.com/office/drawing/2014/main" id="{3E704D71-D29C-EFC2-BEF8-B1B6312259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99670" y="5685862"/>
            <a:ext cx="914400" cy="914400"/>
          </a:xfrm>
          <a:prstGeom prst="rect">
            <a:avLst/>
          </a:prstGeom>
        </p:spPr>
      </p:pic>
      <p:pic>
        <p:nvPicPr>
          <p:cNvPr id="18" name="גרפיקה 17" descr="קווי מיתאר של פרצוף בוכה קו מיתאר">
            <a:extLst>
              <a:ext uri="{FF2B5EF4-FFF2-40B4-BE49-F238E27FC236}">
                <a16:creationId xmlns:a16="http://schemas.microsoft.com/office/drawing/2014/main" id="{214E8AEA-ADEB-6E23-25A6-55B39BE9B2D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36264" y="5685862"/>
            <a:ext cx="914400" cy="914400"/>
          </a:xfrm>
          <a:prstGeom prst="rect">
            <a:avLst/>
          </a:prstGeom>
        </p:spPr>
      </p:pic>
    </p:spTree>
    <p:extLst>
      <p:ext uri="{BB962C8B-B14F-4D97-AF65-F5344CB8AC3E}">
        <p14:creationId xmlns:p14="http://schemas.microsoft.com/office/powerpoint/2010/main" val="512639606"/>
      </p:ext>
    </p:extLst>
  </p:cSld>
  <p:clrMapOvr>
    <a:masterClrMapping/>
  </p:clrMapOvr>
  <p:transition spd="slow">
    <p:cover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תמונה שמכילה טקסט, תרשים, מפה&#10;&#10;תוכן בינה מלאכותית גנרטיבית עשוי להיות שגוי.">
            <a:extLst>
              <a:ext uri="{FF2B5EF4-FFF2-40B4-BE49-F238E27FC236}">
                <a16:creationId xmlns:a16="http://schemas.microsoft.com/office/drawing/2014/main" id="{9320C483-1F62-9FF8-13C1-EEE0578F93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644" y="0"/>
            <a:ext cx="8774711" cy="6858000"/>
          </a:xfrm>
          <a:prstGeom prst="rect">
            <a:avLst/>
          </a:prstGeom>
        </p:spPr>
      </p:pic>
    </p:spTree>
    <p:extLst>
      <p:ext uri="{BB962C8B-B14F-4D97-AF65-F5344CB8AC3E}">
        <p14:creationId xmlns:p14="http://schemas.microsoft.com/office/powerpoint/2010/main" val="331420854"/>
      </p:ext>
    </p:extLst>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60425-289F-6290-840A-88AF4B88F4C8}"/>
            </a:ext>
          </a:extLst>
        </p:cNvPr>
        <p:cNvGrpSpPr/>
        <p:nvPr/>
      </p:nvGrpSpPr>
      <p:grpSpPr>
        <a:xfrm>
          <a:off x="0" y="0"/>
          <a:ext cx="0" cy="0"/>
          <a:chOff x="0" y="0"/>
          <a:chExt cx="0" cy="0"/>
        </a:xfrm>
      </p:grpSpPr>
      <p:sp>
        <p:nvSpPr>
          <p:cNvPr id="6" name="כותרת 1">
            <a:extLst>
              <a:ext uri="{FF2B5EF4-FFF2-40B4-BE49-F238E27FC236}">
                <a16:creationId xmlns:a16="http://schemas.microsoft.com/office/drawing/2014/main" id="{95F87117-883B-C368-D5B3-63A7E7A6A496}"/>
              </a:ext>
            </a:extLst>
          </p:cNvPr>
          <p:cNvSpPr txBox="1">
            <a:spLocks/>
          </p:cNvSpPr>
          <p:nvPr/>
        </p:nvSpPr>
        <p:spPr>
          <a:xfrm>
            <a:off x="688910" y="1726131"/>
            <a:ext cx="10814180" cy="1773979"/>
          </a:xfrm>
          <a:prstGeom prst="rect">
            <a:avLst/>
          </a:prstGeom>
        </p:spPr>
        <p:txBody>
          <a:bodyPr lIns="91440" tIns="45720" rIns="91440" bIns="45720" anchor="ctr"/>
          <a:lst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a:lstStyle>
          <a:p>
            <a:pPr algn="ctr"/>
            <a:r>
              <a:rPr lang="en-US" sz="4800" dirty="0">
                <a:solidFill>
                  <a:srgbClr val="3C2317"/>
                </a:solidFill>
              </a:rPr>
              <a:t>Thank you for listening!</a:t>
            </a:r>
          </a:p>
          <a:p>
            <a:pPr algn="ctr"/>
            <a:r>
              <a:rPr lang="en-US" sz="4800" dirty="0">
                <a:solidFill>
                  <a:srgbClr val="3C2317"/>
                </a:solidFill>
              </a:rPr>
              <a:t>Questions?</a:t>
            </a:r>
          </a:p>
        </p:txBody>
      </p:sp>
      <p:pic>
        <p:nvPicPr>
          <p:cNvPr id="8" name="Picture 2" descr="Colorful Sound Wave on Transparent Background 48332376 PNG">
            <a:extLst>
              <a:ext uri="{FF2B5EF4-FFF2-40B4-BE49-F238E27FC236}">
                <a16:creationId xmlns:a16="http://schemas.microsoft.com/office/drawing/2014/main" id="{3FDA4B7A-9F5A-EEFB-6CA6-D09824928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07644"/>
            <a:ext cx="4477783" cy="44777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olorful Sound Wave on Transparent Background 48332376 PNG">
            <a:extLst>
              <a:ext uri="{FF2B5EF4-FFF2-40B4-BE49-F238E27FC236}">
                <a16:creationId xmlns:a16="http://schemas.microsoft.com/office/drawing/2014/main" id="{3BD3BB1F-9D63-AF00-A95F-407DB5E9F2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4477783"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olorful Sound Wave on Transparent Background 48332376 PNG">
            <a:extLst>
              <a:ext uri="{FF2B5EF4-FFF2-40B4-BE49-F238E27FC236}">
                <a16:creationId xmlns:a16="http://schemas.microsoft.com/office/drawing/2014/main" id="{DECC91AE-8E10-2686-E253-3E8CF6C96C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90"/>
          <a:stretch>
            <a:fillRect/>
          </a:stretch>
        </p:blipFill>
        <p:spPr bwMode="auto">
          <a:xfrm>
            <a:off x="8597767" y="3107644"/>
            <a:ext cx="4119984" cy="4477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067233"/>
      </p:ext>
    </p:extLst>
  </p:cSld>
  <p:clrMapOvr>
    <a:masterClrMapping/>
  </p:clrMapOvr>
  <p:transition spd="slow">
    <p:wipe dir="r"/>
  </p:transition>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Hadassah Friedlaender"/>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4461</TotalTime>
  <Words>1117</Words>
  <Application>Microsoft Office PowerPoint</Application>
  <PresentationFormat>מסך רחב</PresentationFormat>
  <Paragraphs>173</Paragraphs>
  <Slides>22</Slides>
  <Notes>4</Notes>
  <HiddenSlides>0</HiddenSlides>
  <MMClips>8</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22</vt:i4>
      </vt:variant>
    </vt:vector>
  </HeadingPairs>
  <TitlesOfParts>
    <vt:vector size="29" baseType="lpstr">
      <vt:lpstr>Aptos</vt:lpstr>
      <vt:lpstr>Arial</vt:lpstr>
      <vt:lpstr>Calibri</vt:lpstr>
      <vt:lpstr>Courier New</vt:lpstr>
      <vt:lpstr>Hadassah Friedlaender</vt:lpstr>
      <vt:lpstr>Lato Bold</vt:lpstr>
      <vt:lpstr>AngleLinesVTI</vt:lpstr>
      <vt:lpstr>Audio Deepfake Detection</vt:lpstr>
      <vt:lpstr>Roadmap</vt:lpstr>
      <vt:lpstr>Motivation</vt:lpstr>
      <vt:lpstr>מצגת של PowerPoint‏</vt:lpstr>
      <vt:lpstr>מצגת של PowerPoint‏</vt:lpstr>
      <vt:lpstr>Real vs Fake Audio Samples</vt:lpstr>
      <vt:lpstr>מצגת של PowerPoint‏</vt:lpstr>
      <vt:lpstr>CLAD Architecture Overview</vt:lpstr>
      <vt:lpstr>מצגת של PowerPoint‏</vt:lpstr>
      <vt:lpstr>מצגת של PowerPoint‏</vt:lpstr>
      <vt:lpstr>Train</vt:lpstr>
      <vt:lpstr>מצגת של PowerPoint‏</vt:lpstr>
      <vt:lpstr>Test</vt:lpstr>
      <vt:lpstr>מצגת של PowerPoint‏</vt:lpstr>
      <vt:lpstr>מצגת של PowerPoint‏</vt:lpstr>
      <vt:lpstr>מצגת של PowerPoint‏</vt:lpstr>
      <vt:lpstr>מצגת של PowerPoint‏</vt:lpstr>
      <vt:lpstr>מצגת של PowerPoint‏</vt:lpstr>
      <vt:lpstr>E2E With feature noise:</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מאי רוזן</dc:creator>
  <cp:lastModifiedBy>מאי רוזן</cp:lastModifiedBy>
  <cp:revision>1</cp:revision>
  <dcterms:created xsi:type="dcterms:W3CDTF">2025-09-01T11:13:18Z</dcterms:created>
  <dcterms:modified xsi:type="dcterms:W3CDTF">2025-11-28T08:35:35Z</dcterms:modified>
</cp:coreProperties>
</file>